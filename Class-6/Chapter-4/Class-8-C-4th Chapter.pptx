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9144000" cy="5143500" type="screen16x9"/>
  <p:notesSz cx="6858000" cy="9144000"/>
  <p:defaultTextStyle>
    <a:defPPr>
      <a:defRPr lang="en-US"/>
    </a:defPPr>
    <a:lvl1pPr marL="0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08159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16318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24476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32635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40794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48954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57113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65271" algn="l" defTabSz="816318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774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112C5-2635-42FF-A20E-19EE705D8CE6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716FD-397D-4D25-BF8A-296146B2E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9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08159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16318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24476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32635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40794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48954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57113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65271" algn="l" defTabSz="816318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716FD-397D-4D25-BF8A-296146B2E4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84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028700"/>
            <a:ext cx="8229600" cy="1371600"/>
          </a:xfrm>
        </p:spPr>
        <p:txBody>
          <a:bodyPr vert="horz" lIns="40816" tIns="0" rIns="40816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3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1" y="2498774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08159" indent="0" algn="ctr">
              <a:buNone/>
            </a:lvl2pPr>
            <a:lvl3pPr marL="816318" indent="0" algn="ctr">
              <a:buNone/>
            </a:lvl3pPr>
            <a:lvl4pPr marL="1224476" indent="0" algn="ctr">
              <a:buNone/>
            </a:lvl4pPr>
            <a:lvl5pPr marL="1632635" indent="0" algn="ctr">
              <a:buNone/>
            </a:lvl5pPr>
            <a:lvl6pPr marL="2040794" indent="0" algn="ctr">
              <a:buNone/>
            </a:lvl6pPr>
            <a:lvl7pPr marL="2448954" indent="0" algn="ctr">
              <a:buNone/>
            </a:lvl7pPr>
            <a:lvl8pPr marL="2857113" indent="0" algn="ctr">
              <a:buNone/>
            </a:lvl8pPr>
            <a:lvl9pPr marL="3265271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7086600" cy="13716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3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1880840"/>
            <a:ext cx="7086600" cy="1132284"/>
          </a:xfrm>
        </p:spPr>
        <p:txBody>
          <a:bodyPr anchor="t"/>
          <a:lstStyle>
            <a:lvl1pPr marL="65305" indent="0" algn="l">
              <a:buNone/>
              <a:defRPr sz="1800">
                <a:solidFill>
                  <a:schemeClr val="tx1"/>
                </a:solidFill>
              </a:defRPr>
            </a:lvl1pPr>
            <a:lvl2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4812507"/>
            <a:ext cx="762000" cy="27384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2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563165"/>
          </a:xfrm>
        </p:spPr>
        <p:txBody>
          <a:bodyPr anchor="ctr"/>
          <a:lstStyle>
            <a:lvl1pPr marL="0" indent="0">
              <a:buNone/>
              <a:defRPr sz="2100" b="0" cap="all" baseline="0">
                <a:solidFill>
                  <a:schemeClr val="tx1"/>
                </a:solidFill>
              </a:defRPr>
            </a:lvl1pPr>
            <a:lvl2pPr>
              <a:buNone/>
              <a:defRPr sz="1800" b="1"/>
            </a:lvl2pPr>
            <a:lvl3pPr>
              <a:buNone/>
              <a:defRPr sz="16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151335"/>
            <a:ext cx="4041775" cy="563165"/>
          </a:xfrm>
        </p:spPr>
        <p:txBody>
          <a:bodyPr anchor="ctr"/>
          <a:lstStyle>
            <a:lvl1pPr marL="0" indent="0">
              <a:buNone/>
              <a:defRPr sz="2100" b="0" cap="all" baseline="0">
                <a:solidFill>
                  <a:schemeClr val="tx1"/>
                </a:solidFill>
              </a:defRPr>
            </a:lvl1pPr>
            <a:lvl2pPr>
              <a:buNone/>
              <a:defRPr sz="1800" b="1"/>
            </a:lvl2pPr>
            <a:lvl3pPr>
              <a:buNone/>
              <a:defRPr sz="1600" b="1"/>
            </a:lvl3pPr>
            <a:lvl4pPr>
              <a:buNone/>
              <a:defRPr sz="1400" b="1"/>
            </a:lvl4pPr>
            <a:lvl5pPr>
              <a:buNone/>
              <a:defRPr sz="14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8229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71651"/>
            <a:ext cx="4041775" cy="28229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0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143001"/>
            <a:ext cx="3008313" cy="3451622"/>
          </a:xfrm>
        </p:spPr>
        <p:txBody>
          <a:bodyPr/>
          <a:lstStyle>
            <a:lvl1pPr marL="0" indent="0">
              <a:buNone/>
              <a:defRPr sz="1300"/>
            </a:lvl1pPr>
            <a:lvl2pPr>
              <a:buNone/>
              <a:defRPr sz="1100"/>
            </a:lvl2pPr>
            <a:lvl3pPr>
              <a:buNone/>
              <a:defRPr sz="9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300"/>
            </a:lvl1pPr>
            <a:lvl2pPr>
              <a:defRPr sz="21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486400" cy="391716"/>
          </a:xfrm>
        </p:spPr>
        <p:txBody>
          <a:bodyPr lIns="40816" rIns="40816" bIns="0" anchor="b">
            <a:sp3d prstMaterial="softEdge"/>
          </a:bodyPr>
          <a:lstStyle>
            <a:lvl1pPr algn="ctr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373981"/>
            <a:ext cx="5486400" cy="29718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29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875090"/>
            <a:ext cx="5486400" cy="397764"/>
          </a:xfrm>
        </p:spPr>
        <p:txBody>
          <a:bodyPr lIns="40816" tIns="40816" rIns="40816" anchor="t"/>
          <a:lstStyle>
            <a:lvl1pPr marL="0" indent="0" algn="ctr">
              <a:buNone/>
              <a:defRPr sz="1300"/>
            </a:lvl1pPr>
            <a:lvl2pPr>
              <a:defRPr sz="11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79"/>
            <a:ext cx="20574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81632" tIns="40816" rIns="81632" bIns="40816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531870"/>
          </a:xfrm>
          <a:prstGeom prst="rect">
            <a:avLst/>
          </a:prstGeom>
        </p:spPr>
        <p:txBody>
          <a:bodyPr vert="horz" lIns="81632" tIns="40816" rIns="81632" bIns="40816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4812507"/>
            <a:ext cx="2133600" cy="273844"/>
          </a:xfrm>
          <a:prstGeom prst="rect">
            <a:avLst/>
          </a:prstGeom>
        </p:spPr>
        <p:txBody>
          <a:bodyPr vert="horz" lIns="81632" tIns="40816" rIns="81632" bIns="40816" anchor="b"/>
          <a:lstStyle>
            <a:lvl1pPr algn="l" eaLnBrk="1" latinLnBrk="0" hangingPunct="1">
              <a:defRPr kumimoji="0" sz="11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1" y="4812507"/>
            <a:ext cx="2895600" cy="273844"/>
          </a:xfrm>
          <a:prstGeom prst="rect">
            <a:avLst/>
          </a:prstGeom>
        </p:spPr>
        <p:txBody>
          <a:bodyPr vert="horz" lIns="81632" tIns="40816" rIns="81632" bIns="40816" anchor="b"/>
          <a:lstStyle>
            <a:lvl1pPr algn="ctr" eaLnBrk="1" latinLnBrk="0" hangingPunct="1">
              <a:defRPr kumimoji="0" sz="11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4812507"/>
            <a:ext cx="762000" cy="273844"/>
          </a:xfrm>
          <a:prstGeom prst="rect">
            <a:avLst/>
          </a:prstGeom>
        </p:spPr>
        <p:txBody>
          <a:bodyPr vert="horz" lIns="0" tIns="40816" rIns="0" bIns="40816" anchor="b"/>
          <a:lstStyle>
            <a:lvl1pPr algn="r" eaLnBrk="1" latinLnBrk="0" hangingPunct="1">
              <a:defRPr kumimoji="0" sz="11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7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89791" indent="-367343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775502" indent="-253058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12234" indent="-204079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8150" indent="-163264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9577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575494" indent="-163264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55084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34674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114263" indent="-163264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81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8163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244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6326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04079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448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85711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2652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622"/>
            <a:ext cx="4343400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99" y="8348"/>
            <a:ext cx="44196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37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</TotalTime>
  <Words>1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Apex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8</cp:revision>
  <dcterms:created xsi:type="dcterms:W3CDTF">2006-08-16T00:00:00Z</dcterms:created>
  <dcterms:modified xsi:type="dcterms:W3CDTF">2025-07-29T06:46:47Z</dcterms:modified>
</cp:coreProperties>
</file>