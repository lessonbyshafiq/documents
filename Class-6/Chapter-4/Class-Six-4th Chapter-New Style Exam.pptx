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8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1447800"/>
            <a:ext cx="7543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600" b="1" dirty="0"/>
              <a:t>১.</a:t>
            </a:r>
            <a:r>
              <a:rPr lang="bn-IN" sz="3600" dirty="0"/>
              <a:t> ওয়ার্ড প্রসেসিং বলতে কী বোঝায়</a:t>
            </a:r>
            <a:r>
              <a:rPr lang="en-US" sz="3600" dirty="0"/>
              <a:t>?</a:t>
            </a:r>
            <a:br>
              <a:rPr lang="en-US" sz="3600" dirty="0"/>
            </a:br>
            <a:r>
              <a:rPr lang="bn-IN" sz="3600" dirty="0"/>
              <a:t>ক) ছবি আঁকা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bn-IN" sz="3600" dirty="0"/>
              <a:t>খ) শব্দ সম্পাদনা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bn-IN" sz="3600" dirty="0"/>
              <a:t>গ) তথ্য সংরক্ষণ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bn-IN" sz="3600" dirty="0"/>
              <a:t>ঘ) লেখালেখি ও সম্পাদনার প্রক্রিয়া</a:t>
            </a:r>
            <a:endParaRPr 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5421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0"/>
    </mc:Choice>
    <mc:Fallback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2278" y="1600200"/>
            <a:ext cx="8305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600" b="1" dirty="0"/>
              <a:t>২.</a:t>
            </a:r>
            <a:r>
              <a:rPr lang="bn-IN" sz="3600" dirty="0"/>
              <a:t> ওয়ার্ড প্রসেসর কী</a:t>
            </a:r>
            <a:r>
              <a:rPr lang="en-US" sz="3600" dirty="0"/>
              <a:t>?</a:t>
            </a:r>
            <a:br>
              <a:rPr lang="en-US" sz="3600" dirty="0"/>
            </a:br>
            <a:r>
              <a:rPr lang="bn-IN" sz="3600" dirty="0"/>
              <a:t>ক) এক ধরনের হার্ডওয়্যার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bn-IN" sz="3600" dirty="0"/>
              <a:t>খ) এক ধরনের কীবোর্ড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bn-IN" sz="3600" dirty="0"/>
              <a:t>গ) লেখালেখি ও সম্পাদনার সফটওয়্যার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bn-IN" sz="3600" dirty="0"/>
              <a:t>ঘ) ইন্টারনেট ব্রাউজার</a:t>
            </a:r>
            <a:endParaRPr 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3989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0"/>
    </mc:Choice>
    <mc:Fallback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3400" y="1447800"/>
            <a:ext cx="8458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600" b="1" dirty="0"/>
              <a:t>৩.</a:t>
            </a:r>
            <a:r>
              <a:rPr lang="bn-IN" sz="3600" dirty="0"/>
              <a:t> নিচের কোনটি ওয়ার্ড প্রসেসর নয়</a:t>
            </a:r>
            <a:r>
              <a:rPr lang="en-US" sz="3600" dirty="0"/>
              <a:t>?</a:t>
            </a:r>
            <a:br>
              <a:rPr lang="en-US" sz="3600" dirty="0"/>
            </a:br>
            <a:r>
              <a:rPr lang="bn-IN" sz="3600" dirty="0"/>
              <a:t>ক) </a:t>
            </a:r>
            <a:r>
              <a:rPr lang="en-US" sz="3600" dirty="0"/>
              <a:t>MS Word</a:t>
            </a:r>
            <a:br>
              <a:rPr lang="en-US" sz="3600" dirty="0"/>
            </a:br>
            <a:r>
              <a:rPr lang="bn-IN" sz="3600" dirty="0"/>
              <a:t>খ) </a:t>
            </a:r>
            <a:r>
              <a:rPr lang="en-US" sz="3600" dirty="0"/>
              <a:t>Google Docs</a:t>
            </a:r>
            <a:br>
              <a:rPr lang="en-US" sz="3600" dirty="0"/>
            </a:br>
            <a:r>
              <a:rPr lang="bn-IN" sz="3600" dirty="0"/>
              <a:t>গ) </a:t>
            </a:r>
            <a:r>
              <a:rPr lang="en-US" sz="3600" dirty="0"/>
              <a:t>Excel</a:t>
            </a:r>
            <a:br>
              <a:rPr lang="en-US" sz="3600" dirty="0"/>
            </a:br>
            <a:r>
              <a:rPr lang="bn-IN" sz="3600" dirty="0"/>
              <a:t>ঘ) </a:t>
            </a:r>
            <a:r>
              <a:rPr lang="en-US" sz="3600" dirty="0" err="1" smtClean="0"/>
              <a:t>Libre</a:t>
            </a:r>
            <a:r>
              <a:rPr lang="en-US" sz="3600" dirty="0" smtClean="0"/>
              <a:t> Office </a:t>
            </a:r>
            <a:r>
              <a:rPr lang="en-US" sz="3600" dirty="0"/>
              <a:t>Writer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0960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0"/>
    </mc:Choice>
    <mc:Fallback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1295400"/>
            <a:ext cx="7239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600" b="1" dirty="0"/>
              <a:t>৪.</a:t>
            </a:r>
            <a:r>
              <a:rPr lang="bn-IN" sz="3600" dirty="0"/>
              <a:t> নিচের কোনটি ওয়ার্ড প্রসেসিং প্রোগ্রাম</a:t>
            </a:r>
            <a:r>
              <a:rPr lang="en-US" sz="3600" dirty="0"/>
              <a:t>?</a:t>
            </a:r>
            <a:br>
              <a:rPr lang="en-US" sz="3600" dirty="0"/>
            </a:br>
            <a:r>
              <a:rPr lang="bn-IN" sz="3600" dirty="0"/>
              <a:t>ক) </a:t>
            </a:r>
            <a:r>
              <a:rPr lang="en-US" sz="3600" dirty="0"/>
              <a:t>Notepad</a:t>
            </a:r>
            <a:br>
              <a:rPr lang="en-US" sz="3600" dirty="0"/>
            </a:br>
            <a:r>
              <a:rPr lang="bn-IN" sz="3600" dirty="0"/>
              <a:t>খ) </a:t>
            </a:r>
            <a:r>
              <a:rPr lang="en-US" sz="3600" dirty="0"/>
              <a:t>Paint</a:t>
            </a:r>
            <a:br>
              <a:rPr lang="en-US" sz="3600" dirty="0"/>
            </a:br>
            <a:r>
              <a:rPr lang="bn-IN" sz="3600" dirty="0"/>
              <a:t>গ) </a:t>
            </a:r>
            <a:r>
              <a:rPr lang="en-US" sz="3600" dirty="0"/>
              <a:t>MS Word</a:t>
            </a:r>
            <a:br>
              <a:rPr lang="en-US" sz="3600" dirty="0"/>
            </a:br>
            <a:r>
              <a:rPr lang="bn-IN" sz="3600" dirty="0"/>
              <a:t>ঘ) </a:t>
            </a:r>
            <a:r>
              <a:rPr lang="en-US" sz="3600" dirty="0"/>
              <a:t>PowerPoint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22324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0"/>
    </mc:Choice>
    <mc:Fallback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087" y="1219200"/>
            <a:ext cx="8991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600" b="1" dirty="0"/>
              <a:t>৫</a:t>
            </a:r>
            <a:r>
              <a:rPr lang="bn-IN" sz="3200" b="1" dirty="0"/>
              <a:t>.</a:t>
            </a:r>
            <a:r>
              <a:rPr lang="bn-IN" sz="3200" dirty="0"/>
              <a:t> ওয়ার্ড প্রসেসিং ব্যবহারের মাধ্যমে কী করা যায়</a:t>
            </a:r>
            <a:r>
              <a:rPr lang="en-US" sz="3200" dirty="0"/>
              <a:t>?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bn-IN" sz="3600" dirty="0"/>
              <a:t>ক) ভিডিও তৈরি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bn-IN" sz="3600" dirty="0"/>
              <a:t>খ) লেখালেখি ও ছাপা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bn-IN" sz="3600" dirty="0"/>
              <a:t>গ) কোড লেখা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bn-IN" sz="3600" dirty="0"/>
              <a:t>ঘ) অডিও রেকর্ড</a:t>
            </a:r>
            <a:endParaRPr lang="en-US" sz="3600" dirty="0"/>
          </a:p>
        </p:txBody>
      </p:sp>
      <p:sp>
        <p:nvSpPr>
          <p:cNvPr id="3" name="Rectangle 2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269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0"/>
    </mc:Choice>
    <mc:Fallback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447800"/>
            <a:ext cx="9067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600" b="1" dirty="0"/>
              <a:t>৬.</a:t>
            </a:r>
            <a:r>
              <a:rPr lang="bn-IN" sz="3600" dirty="0"/>
              <a:t> ওয়ার্ড প্রসেসরে কাজ করার প্রথম ধাপ কী</a:t>
            </a:r>
            <a:r>
              <a:rPr lang="en-US" sz="3600" dirty="0"/>
              <a:t>?</a:t>
            </a:r>
            <a:br>
              <a:rPr lang="en-US" sz="3600" dirty="0"/>
            </a:br>
            <a:r>
              <a:rPr lang="bn-IN" sz="3600" dirty="0"/>
              <a:t>ক) ফাইল প্রিন্ট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bn-IN" sz="3600" dirty="0"/>
              <a:t>খ) কম্পিউটার বন্ধ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bn-IN" sz="3600" dirty="0"/>
              <a:t>গ) সফটওয়্যার চালু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bn-IN" sz="3600" dirty="0"/>
              <a:t>ঘ) লেখা কপি</a:t>
            </a:r>
            <a:endParaRPr lang="en-US" sz="3600" dirty="0"/>
          </a:p>
        </p:txBody>
      </p:sp>
      <p:sp>
        <p:nvSpPr>
          <p:cNvPr id="3" name="Rectangle 2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69165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0"/>
    </mc:Choice>
    <mc:Fallback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371600"/>
            <a:ext cx="92964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000" b="1" dirty="0"/>
              <a:t>৭.</a:t>
            </a:r>
            <a:r>
              <a:rPr lang="bn-IN" sz="3000" dirty="0"/>
              <a:t> ওয়ার্ড প্রসেসরের মাধ্যমে কোন কাজটি করা যায় না</a:t>
            </a:r>
            <a:r>
              <a:rPr lang="en-US" sz="3000" dirty="0"/>
              <a:t>?</a:t>
            </a:r>
            <a:br>
              <a:rPr lang="en-US" sz="3000" dirty="0"/>
            </a:br>
            <a:r>
              <a:rPr lang="bn-IN" sz="3000" dirty="0"/>
              <a:t>ক) লেখার ফন্ট পরিবর্তন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খ) শব্দের বানান পরীক্ষা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গ) গান শোনা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ঘ) অনুচ্ছেদ সাজানো</a:t>
            </a:r>
            <a:endParaRPr lang="en-US" sz="3000" dirty="0"/>
          </a:p>
        </p:txBody>
      </p:sp>
      <p:sp>
        <p:nvSpPr>
          <p:cNvPr id="3" name="Rectangle 2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60726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0"/>
    </mc:Choice>
    <mc:Fallback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200" y="1600200"/>
            <a:ext cx="7315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000" b="1" dirty="0"/>
              <a:t>৮.</a:t>
            </a:r>
            <a:r>
              <a:rPr lang="bn-IN" sz="3000" dirty="0"/>
              <a:t> নিচের কোনটি লেখার স্টাইল পরিবর্তনে সাহায্য করে</a:t>
            </a:r>
            <a:r>
              <a:rPr lang="en-US" sz="3000" dirty="0"/>
              <a:t>?</a:t>
            </a:r>
            <a:br>
              <a:rPr lang="en-US" sz="3000" dirty="0"/>
            </a:br>
            <a:r>
              <a:rPr lang="bn-IN" sz="3000" dirty="0"/>
              <a:t>ক) ফরমেট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খ) টুলবার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গ) টেমপ্লেট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ঘ) ফন্ট অপশন</a:t>
            </a:r>
            <a:endParaRPr lang="en-US" sz="3000" dirty="0"/>
          </a:p>
        </p:txBody>
      </p:sp>
      <p:sp>
        <p:nvSpPr>
          <p:cNvPr id="3" name="Rectangle 2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19730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0"/>
    </mc:Choice>
    <mc:Fallback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7063" y="1828800"/>
            <a:ext cx="78486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200" b="1" dirty="0"/>
              <a:t>৯.</a:t>
            </a:r>
            <a:r>
              <a:rPr lang="bn-IN" sz="3200" dirty="0"/>
              <a:t> নিচের কোনটি ফাইল সংরক্ষণের কমান্ড</a:t>
            </a:r>
            <a:r>
              <a:rPr lang="en-US" sz="3200" dirty="0"/>
              <a:t>?</a:t>
            </a:r>
            <a:br>
              <a:rPr lang="en-US" sz="3200" dirty="0"/>
            </a:br>
            <a:r>
              <a:rPr lang="bn-IN" sz="3200" dirty="0"/>
              <a:t>ক) </a:t>
            </a:r>
            <a:r>
              <a:rPr lang="en-US" sz="3200" dirty="0"/>
              <a:t>New</a:t>
            </a:r>
            <a:br>
              <a:rPr lang="en-US" sz="3200" dirty="0"/>
            </a:br>
            <a:r>
              <a:rPr lang="bn-IN" sz="3200" dirty="0"/>
              <a:t>খ) </a:t>
            </a:r>
            <a:r>
              <a:rPr lang="en-US" sz="3200" dirty="0"/>
              <a:t>Save</a:t>
            </a:r>
            <a:br>
              <a:rPr lang="en-US" sz="3200" dirty="0"/>
            </a:br>
            <a:r>
              <a:rPr lang="bn-IN" sz="3200" dirty="0"/>
              <a:t>গ) </a:t>
            </a:r>
            <a:r>
              <a:rPr lang="en-US" sz="3200" dirty="0"/>
              <a:t>Open</a:t>
            </a:r>
            <a:br>
              <a:rPr lang="en-US" sz="3200" dirty="0"/>
            </a:br>
            <a:r>
              <a:rPr lang="bn-IN" sz="3200" dirty="0"/>
              <a:t>ঘ) </a:t>
            </a:r>
            <a:r>
              <a:rPr lang="en-US" sz="3200" dirty="0"/>
              <a:t>Close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21556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0"/>
    </mc:Choice>
    <mc:Fallback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7576" y="1676400"/>
            <a:ext cx="7772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200" b="1" dirty="0"/>
              <a:t>১০.</a:t>
            </a:r>
            <a:r>
              <a:rPr lang="bn-IN" sz="3200" dirty="0"/>
              <a:t> লেখার মাঝে যদি ভুল বানান হয়</a:t>
            </a:r>
            <a:r>
              <a:rPr lang="en-US" sz="3200" dirty="0"/>
              <a:t>, </a:t>
            </a:r>
            <a:r>
              <a:rPr lang="bn-IN" sz="3200" dirty="0"/>
              <a:t>ওয়ার্ড প্রসেসর কীভাবে তা চিনে</a:t>
            </a:r>
            <a:r>
              <a:rPr lang="en-US" sz="3200" dirty="0"/>
              <a:t>?</a:t>
            </a:r>
            <a:br>
              <a:rPr lang="en-US" sz="3200" dirty="0"/>
            </a:br>
            <a:r>
              <a:rPr lang="bn-IN" sz="3200" dirty="0"/>
              <a:t>ক) আন্ডারলাইন করে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bn-IN" sz="3200" dirty="0"/>
              <a:t>খ) শব্দ মোছে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bn-IN" sz="3200" dirty="0"/>
              <a:t>গ) ফন্ট পরিবর্তন করে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bn-IN" sz="3200" dirty="0"/>
              <a:t>ঘ) রঙ বদলায়</a:t>
            </a:r>
            <a:endParaRPr lang="en-US" sz="3200" dirty="0"/>
          </a:p>
        </p:txBody>
      </p:sp>
      <p:sp>
        <p:nvSpPr>
          <p:cNvPr id="3" name="Rectangle 2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13233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0"/>
    </mc:Choice>
    <mc:Fallback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1524000"/>
            <a:ext cx="6172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200" b="1" dirty="0"/>
              <a:t>১১.</a:t>
            </a:r>
            <a:r>
              <a:rPr lang="bn-IN" sz="3200" dirty="0"/>
              <a:t> নতুন ফাইল খোলার জন্য কোন মেনুতে যাওয়া হয়</a:t>
            </a:r>
            <a:r>
              <a:rPr lang="en-US" sz="3200" dirty="0"/>
              <a:t>?</a:t>
            </a:r>
            <a:br>
              <a:rPr lang="en-US" sz="3200" dirty="0"/>
            </a:br>
            <a:r>
              <a:rPr lang="bn-IN" sz="3200" dirty="0"/>
              <a:t>ক) </a:t>
            </a:r>
            <a:r>
              <a:rPr lang="en-US" sz="3200" dirty="0"/>
              <a:t>Insert</a:t>
            </a:r>
            <a:br>
              <a:rPr lang="en-US" sz="3200" dirty="0"/>
            </a:br>
            <a:r>
              <a:rPr lang="bn-IN" sz="3200" dirty="0"/>
              <a:t>খ) </a:t>
            </a:r>
            <a:r>
              <a:rPr lang="en-US" sz="3200" dirty="0"/>
              <a:t>View</a:t>
            </a:r>
            <a:br>
              <a:rPr lang="en-US" sz="3200" dirty="0"/>
            </a:br>
            <a:r>
              <a:rPr lang="bn-IN" sz="3200" dirty="0"/>
              <a:t>গ) </a:t>
            </a:r>
            <a:r>
              <a:rPr lang="en-US" sz="3200" dirty="0"/>
              <a:t>File</a:t>
            </a:r>
            <a:br>
              <a:rPr lang="en-US" sz="3200" dirty="0"/>
            </a:br>
            <a:r>
              <a:rPr lang="bn-IN" sz="3200" dirty="0"/>
              <a:t>ঘ) </a:t>
            </a:r>
            <a:r>
              <a:rPr lang="en-US" sz="3200" dirty="0"/>
              <a:t>Home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6852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0"/>
    </mc:Choice>
    <mc:Fallback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5400" y="2057400"/>
            <a:ext cx="6858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000" b="1" dirty="0"/>
              <a:t>১২.</a:t>
            </a:r>
            <a:r>
              <a:rPr lang="en-US" sz="3000" dirty="0"/>
              <a:t> Save As </a:t>
            </a:r>
            <a:r>
              <a:rPr lang="bn-IN" sz="3000" dirty="0"/>
              <a:t>কমান্ড কিসে ব্যবহার হয়</a:t>
            </a:r>
            <a:r>
              <a:rPr lang="en-US" sz="3000" dirty="0"/>
              <a:t>?</a:t>
            </a:r>
            <a:br>
              <a:rPr lang="en-US" sz="3000" dirty="0"/>
            </a:br>
            <a:r>
              <a:rPr lang="bn-IN" sz="3000" dirty="0"/>
              <a:t>ক) ফাইল ডিলিট করতে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খ) নতুন নামে সংরক্ষণ করতে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গ) ফাইল ওপেন করতে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ঘ) ফাইল প্রিন্ট করতে</a:t>
            </a:r>
            <a:endParaRPr lang="en-US" sz="3000" dirty="0"/>
          </a:p>
        </p:txBody>
      </p:sp>
      <p:sp>
        <p:nvSpPr>
          <p:cNvPr id="3" name="Rectangle 2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3388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0"/>
    </mc:Choice>
    <mc:Fallback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0" y="2057400"/>
            <a:ext cx="61722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000" b="1" dirty="0"/>
              <a:t>১৩.</a:t>
            </a:r>
            <a:r>
              <a:rPr lang="en-US" sz="3000" dirty="0"/>
              <a:t> Ctrl + S </a:t>
            </a:r>
            <a:r>
              <a:rPr lang="bn-IN" sz="3000" dirty="0"/>
              <a:t>কী বোঝায়</a:t>
            </a:r>
            <a:r>
              <a:rPr lang="en-US" sz="3000" dirty="0"/>
              <a:t>?</a:t>
            </a:r>
            <a:br>
              <a:rPr lang="en-US" sz="3000" dirty="0"/>
            </a:br>
            <a:r>
              <a:rPr lang="bn-IN" sz="3000" dirty="0"/>
              <a:t>ক) নতুন ফাইল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খ) ফাইল বন্ধ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গ) ফাইল সংরক্ষণ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ঘ) ফাইল খুলে দেওয়া</a:t>
            </a:r>
            <a:endParaRPr lang="en-US" sz="3000" dirty="0"/>
          </a:p>
        </p:txBody>
      </p:sp>
      <p:sp>
        <p:nvSpPr>
          <p:cNvPr id="3" name="Rectangle 2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09960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0"/>
    </mc:Choice>
    <mc:Fallback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1447800"/>
            <a:ext cx="7467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000" b="1" dirty="0"/>
              <a:t>১৪.</a:t>
            </a:r>
            <a:r>
              <a:rPr lang="bn-IN" sz="3000" dirty="0"/>
              <a:t> একটি পূর্বে সংরক্ষিত ফাইল আবার চালু করতে হয় কী দিয়ে</a:t>
            </a:r>
            <a:r>
              <a:rPr lang="en-US" sz="3000" dirty="0"/>
              <a:t>?</a:t>
            </a:r>
            <a:br>
              <a:rPr lang="en-US" sz="3000" dirty="0"/>
            </a:br>
            <a:r>
              <a:rPr lang="bn-IN" sz="3000" dirty="0"/>
              <a:t>ক) </a:t>
            </a:r>
            <a:r>
              <a:rPr lang="en-US" sz="3000" dirty="0"/>
              <a:t>Save</a:t>
            </a:r>
            <a:br>
              <a:rPr lang="en-US" sz="3000" dirty="0"/>
            </a:br>
            <a:r>
              <a:rPr lang="bn-IN" sz="3000" dirty="0"/>
              <a:t>খ) </a:t>
            </a:r>
            <a:r>
              <a:rPr lang="en-US" sz="3000" dirty="0"/>
              <a:t>Open</a:t>
            </a:r>
            <a:br>
              <a:rPr lang="en-US" sz="3000" dirty="0"/>
            </a:br>
            <a:r>
              <a:rPr lang="bn-IN" sz="3000" dirty="0"/>
              <a:t>গ) </a:t>
            </a:r>
            <a:r>
              <a:rPr lang="en-US" sz="3000" dirty="0"/>
              <a:t>New</a:t>
            </a:r>
            <a:br>
              <a:rPr lang="en-US" sz="3000" dirty="0"/>
            </a:br>
            <a:r>
              <a:rPr lang="bn-IN" sz="3000" dirty="0"/>
              <a:t>ঘ) </a:t>
            </a:r>
            <a:r>
              <a:rPr lang="en-US" sz="3000" dirty="0"/>
              <a:t>Close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32981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0"/>
    </mc:Choice>
    <mc:Fallback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200" y="1600200"/>
            <a:ext cx="692510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000" b="1" dirty="0"/>
              <a:t>১৫.</a:t>
            </a:r>
            <a:r>
              <a:rPr lang="bn-IN" sz="3000" dirty="0"/>
              <a:t> কাজ শেষে ওয়ার্ড ফাইল বন্ধ করার কমান্ড হলো</a:t>
            </a:r>
            <a:r>
              <a:rPr lang="en-US" sz="3000" dirty="0"/>
              <a:t>—</a:t>
            </a:r>
            <a:br>
              <a:rPr lang="en-US" sz="3000" dirty="0"/>
            </a:br>
            <a:r>
              <a:rPr lang="bn-IN" sz="3000" dirty="0"/>
              <a:t>ক) </a:t>
            </a:r>
            <a:r>
              <a:rPr lang="en-US" sz="3000" dirty="0"/>
              <a:t>Exit</a:t>
            </a:r>
            <a:br>
              <a:rPr lang="en-US" sz="3000" dirty="0"/>
            </a:br>
            <a:r>
              <a:rPr lang="bn-IN" sz="3000" dirty="0"/>
              <a:t>খ) </a:t>
            </a:r>
            <a:r>
              <a:rPr lang="en-US" sz="3000" dirty="0"/>
              <a:t>Edit</a:t>
            </a:r>
            <a:br>
              <a:rPr lang="en-US" sz="3000" dirty="0"/>
            </a:br>
            <a:r>
              <a:rPr lang="bn-IN" sz="3000" dirty="0"/>
              <a:t>গ) </a:t>
            </a:r>
            <a:r>
              <a:rPr lang="en-US" sz="3000" dirty="0"/>
              <a:t>View</a:t>
            </a:r>
            <a:br>
              <a:rPr lang="en-US" sz="3000" dirty="0"/>
            </a:br>
            <a:r>
              <a:rPr lang="bn-IN" sz="3000" dirty="0"/>
              <a:t>ঘ) </a:t>
            </a:r>
            <a:r>
              <a:rPr lang="en-US" sz="3000" dirty="0"/>
              <a:t>Home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43256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0"/>
    </mc:Choice>
    <mc:Fallback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1491734"/>
            <a:ext cx="7620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000" b="1" dirty="0"/>
              <a:t>১৬.</a:t>
            </a:r>
            <a:r>
              <a:rPr lang="en-US" sz="3000" dirty="0"/>
              <a:t> Shift </a:t>
            </a:r>
            <a:r>
              <a:rPr lang="bn-IN" sz="3000" dirty="0"/>
              <a:t>কী কী কাজে ব্যবহৃত হয়</a:t>
            </a:r>
            <a:r>
              <a:rPr lang="en-US" sz="3000" dirty="0"/>
              <a:t>?</a:t>
            </a:r>
            <a:br>
              <a:rPr lang="en-US" sz="3000" dirty="0"/>
            </a:br>
            <a:r>
              <a:rPr lang="bn-IN" sz="3000" dirty="0"/>
              <a:t>ক) নতুন লাইন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খ) বড় হাতের অক্ষর লেখায়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গ) লাইন মুছে ফেলায়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ঘ) কপি করতে</a:t>
            </a:r>
            <a:endParaRPr lang="en-US" sz="3000" dirty="0"/>
          </a:p>
        </p:txBody>
      </p:sp>
      <p:sp>
        <p:nvSpPr>
          <p:cNvPr id="3" name="Rectangle 2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12197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0"/>
    </mc:Choice>
    <mc:Fallback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6800" y="1676400"/>
            <a:ext cx="7239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000" b="1" dirty="0"/>
              <a:t>১৭.</a:t>
            </a:r>
            <a:r>
              <a:rPr lang="en-US" sz="3000" dirty="0"/>
              <a:t> Enter </a:t>
            </a:r>
            <a:r>
              <a:rPr lang="bn-IN" sz="3000" dirty="0"/>
              <a:t>কী কী কাজ করে</a:t>
            </a:r>
            <a:r>
              <a:rPr lang="en-US" sz="3000" dirty="0"/>
              <a:t>?</a:t>
            </a:r>
            <a:br>
              <a:rPr lang="en-US" sz="3000" dirty="0"/>
            </a:br>
            <a:r>
              <a:rPr lang="bn-IN" sz="3000" dirty="0"/>
              <a:t>ক) ডাটা মোছে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খ) লাইন পরিবর্তন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গ) ফাইল সংরক্ষণ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ঘ) ফাইল খুলে</a:t>
            </a:r>
            <a:endParaRPr lang="en-US" sz="3000" dirty="0"/>
          </a:p>
        </p:txBody>
      </p:sp>
      <p:sp>
        <p:nvSpPr>
          <p:cNvPr id="3" name="Rectangle 2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49355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0"/>
    </mc:Choice>
    <mc:Fallback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752600"/>
            <a:ext cx="78486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000" b="1" dirty="0"/>
              <a:t>১৮.</a:t>
            </a:r>
            <a:r>
              <a:rPr lang="en-US" sz="3000" dirty="0"/>
              <a:t> Delete </a:t>
            </a:r>
            <a:r>
              <a:rPr lang="bn-IN" sz="3000" dirty="0"/>
              <a:t>কী কী কাজ করে</a:t>
            </a:r>
            <a:r>
              <a:rPr lang="en-US" sz="3000" dirty="0"/>
              <a:t>?</a:t>
            </a:r>
            <a:br>
              <a:rPr lang="en-US" sz="3000" dirty="0"/>
            </a:br>
            <a:r>
              <a:rPr lang="bn-IN" sz="3000" dirty="0"/>
              <a:t>ক) কার্সরের আগে অক্ষর মোছে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খ) ফন্ট পরিবর্তন করে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গ) কার্সরের পরের অক্ষর মোছে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ঘ) ফাইল বন্ধ করে</a:t>
            </a:r>
            <a:endParaRPr lang="en-US" sz="3000" dirty="0"/>
          </a:p>
        </p:txBody>
      </p:sp>
      <p:sp>
        <p:nvSpPr>
          <p:cNvPr id="3" name="Rectangle 2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3517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0"/>
    </mc:Choice>
    <mc:Fallback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600200"/>
            <a:ext cx="7620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000" b="1" dirty="0"/>
              <a:t>১৯.</a:t>
            </a:r>
            <a:r>
              <a:rPr lang="en-US" sz="3000" dirty="0"/>
              <a:t> Backspace </a:t>
            </a:r>
            <a:r>
              <a:rPr lang="bn-IN" sz="3000" dirty="0"/>
              <a:t>কী কী কাজ করে</a:t>
            </a:r>
            <a:r>
              <a:rPr lang="en-US" sz="3000" dirty="0"/>
              <a:t>?</a:t>
            </a:r>
            <a:br>
              <a:rPr lang="en-US" sz="3000" dirty="0"/>
            </a:br>
            <a:r>
              <a:rPr lang="bn-IN" sz="3000" dirty="0"/>
              <a:t>ক) ডানদিকের অক্ষর মোছে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খ) বামদিকের অক্ষর মোছে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গ) নতুন লাইন দেয়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n-IN" sz="3000" dirty="0"/>
              <a:t>ঘ) কিছুই করে না</a:t>
            </a:r>
            <a:endParaRPr lang="en-US" sz="3000" dirty="0"/>
          </a:p>
        </p:txBody>
      </p:sp>
      <p:sp>
        <p:nvSpPr>
          <p:cNvPr id="3" name="Rectangle 2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1263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0"/>
    </mc:Choice>
    <mc:Fallback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76400" y="1752600"/>
            <a:ext cx="63246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000" b="1" dirty="0"/>
              <a:t>২০.</a:t>
            </a:r>
            <a:r>
              <a:rPr lang="bn-IN" sz="3000" dirty="0"/>
              <a:t> নিচের কোনটি </a:t>
            </a:r>
            <a:r>
              <a:rPr lang="en-US" sz="3000" b="1" dirty="0"/>
              <a:t>modifier key</a:t>
            </a:r>
            <a:r>
              <a:rPr lang="en-US" sz="3000" dirty="0"/>
              <a:t>?</a:t>
            </a:r>
            <a:br>
              <a:rPr lang="en-US" sz="3000" dirty="0"/>
            </a:br>
            <a:r>
              <a:rPr lang="bn-IN" sz="3000" dirty="0"/>
              <a:t>ক) </a:t>
            </a:r>
            <a:r>
              <a:rPr lang="en-US" sz="3000" dirty="0"/>
              <a:t>Enter</a:t>
            </a:r>
            <a:br>
              <a:rPr lang="en-US" sz="3000" dirty="0"/>
            </a:br>
            <a:r>
              <a:rPr lang="bn-IN" sz="3000" dirty="0"/>
              <a:t>খ) </a:t>
            </a:r>
            <a:r>
              <a:rPr lang="en-US" sz="3000" dirty="0"/>
              <a:t>Space</a:t>
            </a:r>
            <a:br>
              <a:rPr lang="en-US" sz="3000" dirty="0"/>
            </a:br>
            <a:r>
              <a:rPr lang="bn-IN" sz="3000" dirty="0"/>
              <a:t>গ) </a:t>
            </a:r>
            <a:r>
              <a:rPr lang="en-US" sz="3000" dirty="0"/>
              <a:t>Shift</a:t>
            </a:r>
            <a:br>
              <a:rPr lang="en-US" sz="3000" dirty="0"/>
            </a:br>
            <a:r>
              <a:rPr lang="bn-IN" sz="3000" dirty="0"/>
              <a:t>ঘ) </a:t>
            </a:r>
            <a:r>
              <a:rPr lang="en-US" sz="3000" dirty="0"/>
              <a:t>Delete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01852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0"/>
    </mc:Choice>
    <mc:Fallback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29</TotalTime>
  <Words>206</Words>
  <Application>Microsoft Office PowerPoint</Application>
  <PresentationFormat>On-screen Show (4:3)</PresentationFormat>
  <Paragraphs>40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Horizon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7</cp:revision>
  <dcterms:created xsi:type="dcterms:W3CDTF">2006-08-16T00:00:00Z</dcterms:created>
  <dcterms:modified xsi:type="dcterms:W3CDTF">2025-08-11T05:02:36Z</dcterms:modified>
</cp:coreProperties>
</file>