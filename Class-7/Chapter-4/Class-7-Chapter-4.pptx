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1447800"/>
            <a:ext cx="7543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600" b="1" dirty="0"/>
              <a:t>১.</a:t>
            </a:r>
            <a:r>
              <a:rPr lang="bn-IN" sz="3600" dirty="0"/>
              <a:t> ওয়ার্ড প্রসেসিং বলতে কী বোঝায়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ছবি আঁকা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খ) শব্দ সম্পাদনা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গ) তথ্য সংরক্ষণ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ঘ) লেখালেখি ও সম্পাদনার প্রক্রিয়া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42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1600200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200" b="1" dirty="0"/>
              <a:t>২.</a:t>
            </a:r>
            <a:r>
              <a:rPr lang="bn-IN" sz="3200" dirty="0"/>
              <a:t> </a:t>
            </a:r>
            <a:r>
              <a:rPr lang="bn-IN" sz="3200" dirty="0"/>
              <a:t>ডকুমেন্টে কিছু লেখা </a:t>
            </a:r>
            <a:r>
              <a:rPr lang="en-US" sz="3200" dirty="0"/>
              <a:t>Bold </a:t>
            </a:r>
            <a:r>
              <a:rPr lang="bn-IN" sz="3200" dirty="0"/>
              <a:t>করার শর্টকাট কী</a:t>
            </a:r>
            <a:r>
              <a:rPr lang="en-US" sz="3200" dirty="0"/>
              <a:t>?</a:t>
            </a:r>
            <a:br>
              <a:rPr lang="en-US" sz="3200" dirty="0"/>
            </a:br>
            <a:r>
              <a:rPr lang="bn-IN" sz="3600" dirty="0"/>
              <a:t>ক) </a:t>
            </a:r>
            <a:r>
              <a:rPr lang="en-US" sz="3600" dirty="0"/>
              <a:t>Ctrl + U</a:t>
            </a:r>
            <a:br>
              <a:rPr lang="en-US" sz="3600" dirty="0"/>
            </a:br>
            <a:r>
              <a:rPr lang="bn-IN" sz="3600" dirty="0"/>
              <a:t>খ) </a:t>
            </a:r>
            <a:r>
              <a:rPr lang="en-US" sz="3600" dirty="0"/>
              <a:t>Ctrl + B</a:t>
            </a:r>
            <a:br>
              <a:rPr lang="en-US" sz="3600" dirty="0"/>
            </a:br>
            <a:r>
              <a:rPr lang="bn-IN" sz="3600" dirty="0"/>
              <a:t>গ) </a:t>
            </a:r>
            <a:r>
              <a:rPr lang="en-US" sz="3600" dirty="0"/>
              <a:t>Ctrl + I</a:t>
            </a:r>
            <a:br>
              <a:rPr lang="en-US" sz="3600" dirty="0"/>
            </a:br>
            <a:r>
              <a:rPr lang="bn-IN" sz="3600" dirty="0"/>
              <a:t>ঘ) </a:t>
            </a:r>
            <a:r>
              <a:rPr lang="en-US" sz="3600" dirty="0"/>
              <a:t>Ctrl + P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3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1600200"/>
            <a:ext cx="8610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n-IN" sz="3200" b="1" dirty="0"/>
              <a:t>৩</a:t>
            </a:r>
            <a:r>
              <a:rPr lang="bn-IN" sz="3200" b="1" dirty="0" smtClean="0"/>
              <a:t>.</a:t>
            </a:r>
            <a:r>
              <a:rPr lang="bn-IN" sz="3200" dirty="0" smtClean="0"/>
              <a:t> </a:t>
            </a:r>
            <a:r>
              <a:rPr lang="bn-IN" sz="3200" dirty="0" smtClean="0"/>
              <a:t>একটি শব্দ কেটে ফেলে ক্লিপবোর্ডে নেওয়ার শর্টকাট কী</a:t>
            </a:r>
            <a:r>
              <a:rPr lang="en-US" sz="3200" dirty="0" smtClean="0"/>
              <a:t>?</a:t>
            </a:r>
            <a:br>
              <a:rPr lang="en-US" sz="3200" dirty="0" smtClean="0"/>
            </a:br>
            <a:r>
              <a:rPr lang="bn-IN" sz="3200" dirty="0" smtClean="0"/>
              <a:t>ক) </a:t>
            </a:r>
            <a:r>
              <a:rPr lang="en-US" sz="3200" dirty="0" smtClean="0"/>
              <a:t>Ctrl + X</a:t>
            </a:r>
            <a:br>
              <a:rPr lang="en-US" sz="3200" dirty="0" smtClean="0"/>
            </a:br>
            <a:r>
              <a:rPr lang="bn-IN" sz="3200" dirty="0" smtClean="0"/>
              <a:t>খ) </a:t>
            </a:r>
            <a:r>
              <a:rPr lang="en-US" sz="3200" dirty="0" smtClean="0"/>
              <a:t>Ctrl + V</a:t>
            </a:r>
            <a:br>
              <a:rPr lang="en-US" sz="3200" dirty="0" smtClean="0"/>
            </a:br>
            <a:r>
              <a:rPr lang="bn-IN" sz="3200" dirty="0" smtClean="0"/>
              <a:t>গ) </a:t>
            </a:r>
            <a:r>
              <a:rPr lang="en-US" sz="3200" dirty="0" smtClean="0"/>
              <a:t>Ctrl + C</a:t>
            </a:r>
            <a:br>
              <a:rPr lang="en-US" sz="3200" dirty="0" smtClean="0"/>
            </a:br>
            <a:r>
              <a:rPr lang="bn-IN" sz="3200" dirty="0" smtClean="0"/>
              <a:t>ঘ) </a:t>
            </a:r>
            <a:r>
              <a:rPr lang="en-US" sz="3200" dirty="0" smtClean="0"/>
              <a:t>Ctrl + Z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114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1" y="1295400"/>
            <a:ext cx="8229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2800" dirty="0" smtClean="0"/>
              <a:t>৪. টাইপ </a:t>
            </a:r>
            <a:r>
              <a:rPr lang="bn-IN" sz="2800" dirty="0"/>
              <a:t>করা ডকুমেন্ট ডিলিট করতে কোন অপশনটি বেশি নিরাপদ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bn-IN" sz="2800" dirty="0"/>
              <a:t>ক) </a:t>
            </a:r>
            <a:r>
              <a:rPr lang="en-US" sz="2800" dirty="0"/>
              <a:t>Cut</a:t>
            </a:r>
            <a:br>
              <a:rPr lang="en-US" sz="2800" dirty="0"/>
            </a:br>
            <a:r>
              <a:rPr lang="bn-IN" sz="2800" dirty="0"/>
              <a:t>খ) </a:t>
            </a:r>
            <a:r>
              <a:rPr lang="en-US" sz="2800" dirty="0"/>
              <a:t>Select All → Delete</a:t>
            </a:r>
            <a:br>
              <a:rPr lang="en-US" sz="2800" dirty="0"/>
            </a:br>
            <a:r>
              <a:rPr lang="bn-IN" sz="2800" dirty="0"/>
              <a:t>গ) </a:t>
            </a:r>
            <a:r>
              <a:rPr lang="en-US" sz="2800" dirty="0"/>
              <a:t>Undo</a:t>
            </a:r>
            <a:br>
              <a:rPr lang="en-US" sz="2800" dirty="0"/>
            </a:br>
            <a:r>
              <a:rPr lang="bn-IN" sz="2800" dirty="0"/>
              <a:t>ঘ) </a:t>
            </a:r>
            <a:r>
              <a:rPr lang="en-US" sz="2800" dirty="0"/>
              <a:t>Close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21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1313" y="1371600"/>
            <a:ext cx="524534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n-IN" sz="3600" b="1" dirty="0"/>
              <a:t>৫</a:t>
            </a:r>
            <a:r>
              <a:rPr lang="bn-IN" sz="3600" b="1" dirty="0" smtClean="0"/>
              <a:t>.</a:t>
            </a:r>
            <a:r>
              <a:rPr lang="bn-IN" sz="3600" dirty="0" smtClean="0"/>
              <a:t> </a:t>
            </a:r>
            <a:r>
              <a:rPr lang="en-US" sz="3600" dirty="0"/>
              <a:t>“Ctrl + V” </a:t>
            </a:r>
            <a:r>
              <a:rPr lang="bn-IN" sz="3600" dirty="0"/>
              <a:t>কী কাজ করে</a:t>
            </a:r>
            <a:r>
              <a:rPr lang="en-US" sz="3600" dirty="0"/>
              <a:t>?</a:t>
            </a:r>
            <a:br>
              <a:rPr lang="en-US" sz="3600" dirty="0"/>
            </a:br>
            <a:r>
              <a:rPr lang="bn-IN" sz="3600" dirty="0"/>
              <a:t>ক) কপি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খ) কাট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গ) পেস্ট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bn-IN" sz="3600" dirty="0"/>
              <a:t>ঘ) আনডু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844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2800" b="1" dirty="0" smtClean="0"/>
              <a:t>৬.</a:t>
            </a:r>
            <a:r>
              <a:rPr lang="bn-IN" sz="2800" dirty="0" smtClean="0"/>
              <a:t> </a:t>
            </a:r>
            <a:r>
              <a:rPr lang="bn-IN" sz="2800" dirty="0"/>
              <a:t>বিজয় লেআউটে "কা" লিখতে কোন দুটি কী চাপতে হয়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bn-IN" sz="2800" dirty="0"/>
              <a:t>ক) ক এবং </a:t>
            </a:r>
            <a:r>
              <a:rPr lang="en-US" sz="2800" dirty="0"/>
              <a:t>Shift</a:t>
            </a:r>
            <a:br>
              <a:rPr lang="en-US" sz="2800" dirty="0"/>
            </a:br>
            <a:r>
              <a:rPr lang="bn-IN" sz="2800" dirty="0"/>
              <a:t>খ) ক এবং </a:t>
            </a:r>
            <a:r>
              <a:rPr lang="en-US" sz="2800" dirty="0"/>
              <a:t>A</a:t>
            </a:r>
            <a:br>
              <a:rPr lang="en-US" sz="2800" dirty="0"/>
            </a:br>
            <a:r>
              <a:rPr lang="bn-IN" sz="2800" dirty="0"/>
              <a:t>গ) ক এবং া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ঘ) ক এবং </a:t>
            </a:r>
            <a:r>
              <a:rPr lang="en-US" sz="2800" dirty="0"/>
              <a:t>Ctrl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32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2800" b="1" dirty="0"/>
              <a:t>৭</a:t>
            </a:r>
            <a:r>
              <a:rPr lang="bn-IN" sz="2800" b="1" dirty="0" smtClean="0"/>
              <a:t>.</a:t>
            </a:r>
            <a:r>
              <a:rPr lang="bn-IN" sz="2800" dirty="0" smtClean="0"/>
              <a:t> </a:t>
            </a:r>
            <a:r>
              <a:rPr lang="bn-IN" sz="2800" dirty="0"/>
              <a:t>অভ্র কী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bn-IN" sz="2800" dirty="0"/>
              <a:t>ক) একটি গেম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খ) বাংলা টাইপিং সফটওয়্যার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গ) ভিডিও প্লেয়ার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ঘ) স্প্রেডশিট </a:t>
            </a:r>
            <a:r>
              <a:rPr lang="bn-IN" sz="2800" dirty="0" smtClean="0"/>
              <a:t>প্রোগ্রাম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261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2800" b="1" dirty="0" smtClean="0"/>
              <a:t>৮.</a:t>
            </a:r>
            <a:r>
              <a:rPr lang="bn-IN" sz="2800" dirty="0" smtClean="0"/>
              <a:t> </a:t>
            </a:r>
            <a:r>
              <a:rPr lang="bn-IN" sz="2800" dirty="0"/>
              <a:t>ফনেটিক টাইপিং বলতে কী বোঝায়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bn-IN" sz="2800" dirty="0"/>
              <a:t>ক) ছবিতে লেখা টাইপ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খ) ইংরেজি উচ্চারণ অনুযায়ী বাংলা টাইপ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গ) যুক্তবর্ণ লেখা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bn-IN" sz="2800" dirty="0"/>
              <a:t>ঘ) স্বরবর্ণ লেখা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891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142999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৯. </a:t>
            </a:r>
            <a:r>
              <a:rPr lang="en-US" sz="3600" b="1" dirty="0" smtClean="0">
                <a:latin typeface="NikoshBAN" pitchFamily="2" charset="0"/>
                <a:cs typeface="NikoshBAN" pitchFamily="2" charset="0"/>
              </a:rPr>
              <a:t>Justify </a:t>
            </a:r>
            <a:r>
              <a:rPr lang="en-US" sz="3600" b="1" dirty="0">
                <a:latin typeface="NikoshBAN" pitchFamily="2" charset="0"/>
                <a:cs typeface="NikoshBAN" pitchFamily="2" charset="0"/>
              </a:rPr>
              <a:t>Alignment </a:t>
            </a:r>
            <a:r>
              <a:rPr lang="as-IN" sz="3600" b="1" dirty="0">
                <a:latin typeface="NikoshBAN" pitchFamily="2" charset="0"/>
                <a:cs typeface="NikoshBAN" pitchFamily="2" charset="0"/>
              </a:rPr>
              <a:t>কী করে?</a:t>
            </a:r>
            <a:r>
              <a:rPr lang="as-IN" sz="3600" dirty="0">
                <a:latin typeface="NikoshBAN" pitchFamily="2" charset="0"/>
                <a:cs typeface="NikoshBAN" pitchFamily="2" charset="0"/>
              </a:rPr>
              <a:t/>
            </a:r>
            <a:br>
              <a:rPr lang="as-IN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ক) লেখা বামে সাজায়</a:t>
            </a:r>
            <a:br>
              <a:rPr lang="as-IN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খ) লেখা ডানে সাজায়</a:t>
            </a:r>
            <a:br>
              <a:rPr lang="as-IN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গ) লেখা দুই পাশে সমান করে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ঘ) লেখার আকার ছোট করে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1139588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১০.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3600" b="1" dirty="0">
                <a:latin typeface="NikoshBAN" pitchFamily="2" charset="0"/>
                <a:cs typeface="NikoshBAN" pitchFamily="2" charset="0"/>
              </a:rPr>
              <a:t>Ctrl + E </a:t>
            </a:r>
            <a:r>
              <a:rPr lang="as-IN" sz="3600" b="1" dirty="0">
                <a:latin typeface="NikoshBAN" pitchFamily="2" charset="0"/>
                <a:cs typeface="NikoshBAN" pitchFamily="2" charset="0"/>
              </a:rPr>
              <a:t>কী করে?</a:t>
            </a:r>
            <a:r>
              <a:rPr lang="as-IN" sz="3600" dirty="0">
                <a:latin typeface="NikoshBAN" pitchFamily="2" charset="0"/>
                <a:cs typeface="NikoshBAN" pitchFamily="2" charset="0"/>
              </a:rPr>
              <a:t/>
            </a:r>
            <a:br>
              <a:rPr lang="as-IN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ক)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Center Align 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খ)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Left Align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গ)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Right Align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ঘ)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Justify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 smtClean="0">
                <a:latin typeface="NikoshBAN" pitchFamily="2" charset="0"/>
                <a:cs typeface="NikoshBAN" pitchFamily="2" charset="0"/>
              </a:rPr>
              <a:t>১১.</a:t>
            </a:r>
            <a:r>
              <a:rPr lang="bn-IN" sz="40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4000" b="1" dirty="0">
                <a:latin typeface="NikoshBAN" pitchFamily="2" charset="0"/>
                <a:cs typeface="NikoshBAN" pitchFamily="2" charset="0"/>
              </a:rPr>
              <a:t>Ctrl + U </a:t>
            </a:r>
            <a:r>
              <a:rPr lang="as-IN" sz="4000" b="1" dirty="0">
                <a:latin typeface="NikoshBAN" pitchFamily="2" charset="0"/>
                <a:cs typeface="NikoshBAN" pitchFamily="2" charset="0"/>
              </a:rPr>
              <a:t>এর কাজ—</a:t>
            </a:r>
            <a:r>
              <a:rPr lang="as-IN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ক) লেখা আন্ডারলাইন 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খ) লেখা কপি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গ) লেখা কাট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ঘ) লেখা বড় করা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 smtClean="0">
                <a:latin typeface="NikoshBAN" pitchFamily="2" charset="0"/>
                <a:cs typeface="NikoshBAN" pitchFamily="2" charset="0"/>
              </a:rPr>
              <a:t>১২.</a:t>
            </a:r>
            <a:r>
              <a:rPr lang="bn-IN" sz="40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4000" b="1" dirty="0">
                <a:latin typeface="NikoshBAN" pitchFamily="2" charset="0"/>
                <a:cs typeface="NikoshBAN" pitchFamily="2" charset="0"/>
              </a:rPr>
              <a:t>Ctrl + P </a:t>
            </a:r>
            <a:r>
              <a:rPr lang="as-IN" sz="4000" b="1" dirty="0">
                <a:latin typeface="NikoshBAN" pitchFamily="2" charset="0"/>
                <a:cs typeface="NikoshBAN" pitchFamily="2" charset="0"/>
              </a:rPr>
              <a:t>চাপলে—</a:t>
            </a:r>
            <a:r>
              <a:rPr lang="as-IN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ক) প্রিন্ট ডায়ালগ বক্স আসে 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খ) পৃষ্ঠা মুছে যায়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গ) ফন্ট ছোট হয়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ঘ) ছবি যুক্ত হয়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 smtClean="0">
                <a:latin typeface="NikoshBAN" pitchFamily="2" charset="0"/>
                <a:cs typeface="NikoshBAN" pitchFamily="2" charset="0"/>
              </a:rPr>
              <a:t>১৩.</a:t>
            </a:r>
            <a:r>
              <a:rPr lang="bn-IN" sz="40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sz="4000" b="1" dirty="0">
                <a:latin typeface="NikoshBAN" pitchFamily="2" charset="0"/>
                <a:cs typeface="NikoshBAN" pitchFamily="2" charset="0"/>
              </a:rPr>
              <a:t>Ctrl + X </a:t>
            </a:r>
            <a:r>
              <a:rPr lang="as-IN" sz="4000" b="1" dirty="0">
                <a:latin typeface="NikoshBAN" pitchFamily="2" charset="0"/>
                <a:cs typeface="NikoshBAN" pitchFamily="2" charset="0"/>
              </a:rPr>
              <a:t>এর কাজ—</a:t>
            </a:r>
            <a:r>
              <a:rPr lang="as-IN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ক) কপি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খ) কাট 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গ) পেস্ট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ঘ) আন্ডারলাইন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১৪.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3600" b="1" dirty="0">
                <a:latin typeface="NikoshBAN" pitchFamily="2" charset="0"/>
                <a:cs typeface="NikoshBAN" pitchFamily="2" charset="0"/>
              </a:rPr>
              <a:t>ফন্ট সাইজ ১ পয়েন্ট করে বড় করার শর্টকাট—</a:t>
            </a:r>
            <a:r>
              <a:rPr lang="as-IN" sz="3600" dirty="0">
                <a:latin typeface="NikoshBAN" pitchFamily="2" charset="0"/>
                <a:cs typeface="NikoshBAN" pitchFamily="2" charset="0"/>
              </a:rPr>
              <a:t/>
            </a:r>
            <a:br>
              <a:rPr lang="as-IN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ক)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Ctrl + ] </a:t>
            </a:r>
            <a:endParaRPr lang="bn-IN" sz="3600" dirty="0" smtClean="0">
              <a:latin typeface="NikoshBAN" pitchFamily="2" charset="0"/>
              <a:cs typeface="NikoshBAN" pitchFamily="2" charset="0"/>
            </a:endParaRPr>
          </a:p>
          <a:p>
            <a:r>
              <a:rPr lang="as-IN" sz="3600" dirty="0" smtClean="0">
                <a:latin typeface="NikoshBAN" pitchFamily="2" charset="0"/>
                <a:cs typeface="NikoshBAN" pitchFamily="2" charset="0"/>
              </a:rPr>
              <a:t>খ</a:t>
            </a:r>
            <a:r>
              <a:rPr lang="as-IN" sz="3600" dirty="0">
                <a:latin typeface="NikoshBAN" pitchFamily="2" charset="0"/>
                <a:cs typeface="NikoshBAN" pitchFamily="2" charset="0"/>
              </a:rPr>
              <a:t>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Ctrl + [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গ)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Ctrl + Shift + ]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as-IN" sz="3600" dirty="0">
                <a:latin typeface="NikoshBAN" pitchFamily="2" charset="0"/>
                <a:cs typeface="NikoshBAN" pitchFamily="2" charset="0"/>
              </a:rPr>
              <a:t>ঘ)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Ctrl + Alt + ]</a:t>
            </a:r>
            <a:endParaRPr lang="en-US" sz="36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 smtClean="0">
                <a:latin typeface="NikoshBAN" pitchFamily="2" charset="0"/>
                <a:cs typeface="NikoshBAN" pitchFamily="2" charset="0"/>
              </a:rPr>
              <a:t>১৫.</a:t>
            </a:r>
            <a:r>
              <a:rPr lang="bn-IN" sz="40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as-IN" sz="4000" dirty="0">
                <a:latin typeface="NikoshBAN" pitchFamily="2" charset="0"/>
                <a:cs typeface="NikoshBAN" pitchFamily="2" charset="0"/>
              </a:rPr>
              <a:t>অভ্র কীবোর্ডের নির্মাতা কে?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ক) মুনির হাসান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খ) মেহেদী হাসান </a:t>
            </a:r>
            <a:r>
              <a:rPr lang="as-IN" sz="4000" dirty="0" smtClean="0">
                <a:latin typeface="NikoshBAN" pitchFamily="2" charset="0"/>
                <a:cs typeface="NikoshBAN" pitchFamily="2" charset="0"/>
              </a:rPr>
              <a:t>খান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গ) তানভীর হোসেন</a:t>
            </a:r>
            <a:br>
              <a:rPr lang="as-IN" sz="4000" dirty="0">
                <a:latin typeface="NikoshBAN" pitchFamily="2" charset="0"/>
                <a:cs typeface="NikoshBAN" pitchFamily="2" charset="0"/>
              </a:rPr>
            </a:br>
            <a:r>
              <a:rPr lang="as-IN" sz="4000" dirty="0">
                <a:latin typeface="NikoshBAN" pitchFamily="2" charset="0"/>
                <a:cs typeface="NikoshBAN" pitchFamily="2" charset="0"/>
              </a:rPr>
              <a:t>ঘ) হুমায়ুন আহমেদ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 smtClean="0">
                <a:latin typeface="NikoshBAN" pitchFamily="2" charset="0"/>
                <a:cs typeface="NikoshBAN" pitchFamily="2" charset="0"/>
              </a:rPr>
              <a:t>১৬.</a:t>
            </a:r>
            <a:r>
              <a:rPr lang="bn-IN" sz="40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bn-IN" sz="4000" dirty="0">
                <a:latin typeface="NikoshBAN" pitchFamily="2" charset="0"/>
                <a:cs typeface="NikoshBAN" pitchFamily="2" charset="0"/>
              </a:rPr>
              <a:t>অভ্র কী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>?</a:t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ক) একটি গেম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খ) বাংলা টাইপিং সফটওয়্যার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গ) ভিডিও প্লেয়ার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ঘ) স্প্রেডশিট প্রোগ্রাম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400" b="1" dirty="0" smtClean="0">
                <a:latin typeface="NikoshBAN" pitchFamily="2" charset="0"/>
                <a:cs typeface="NikoshBAN" pitchFamily="2" charset="0"/>
              </a:rPr>
              <a:t>১৭.</a:t>
            </a:r>
            <a:r>
              <a:rPr lang="bn-IN" sz="44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bn-IN" sz="4400" dirty="0">
                <a:latin typeface="NikoshBAN" pitchFamily="2" charset="0"/>
                <a:cs typeface="NikoshBAN" pitchFamily="2" charset="0"/>
              </a:rPr>
              <a:t>নিচের কোনটি যুক্তবর্ণ</a:t>
            </a:r>
            <a:r>
              <a:rPr lang="en-US" sz="4400" dirty="0">
                <a:latin typeface="NikoshBAN" pitchFamily="2" charset="0"/>
                <a:cs typeface="NikoshBAN" pitchFamily="2" charset="0"/>
              </a:rPr>
              <a:t>?</a:t>
            </a:r>
            <a:br>
              <a:rPr lang="en-US" sz="4400" dirty="0">
                <a:latin typeface="NikoshBAN" pitchFamily="2" charset="0"/>
                <a:cs typeface="NikoshBAN" pitchFamily="2" charset="0"/>
              </a:rPr>
            </a:br>
            <a:r>
              <a:rPr lang="bn-IN" sz="4400" dirty="0">
                <a:latin typeface="NikoshBAN" pitchFamily="2" charset="0"/>
                <a:cs typeface="NikoshBAN" pitchFamily="2" charset="0"/>
              </a:rPr>
              <a:t>ক) কা</a:t>
            </a:r>
            <a:r>
              <a:rPr lang="en-US" sz="44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400" dirty="0">
                <a:latin typeface="NikoshBAN" pitchFamily="2" charset="0"/>
                <a:cs typeface="NikoshBAN" pitchFamily="2" charset="0"/>
              </a:rPr>
            </a:br>
            <a:r>
              <a:rPr lang="bn-IN" sz="4400" dirty="0">
                <a:latin typeface="NikoshBAN" pitchFamily="2" charset="0"/>
                <a:cs typeface="NikoshBAN" pitchFamily="2" charset="0"/>
              </a:rPr>
              <a:t>খ) গা</a:t>
            </a:r>
            <a:r>
              <a:rPr lang="en-US" sz="44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400" dirty="0">
                <a:latin typeface="NikoshBAN" pitchFamily="2" charset="0"/>
                <a:cs typeface="NikoshBAN" pitchFamily="2" charset="0"/>
              </a:rPr>
            </a:br>
            <a:r>
              <a:rPr lang="bn-IN" sz="4400" dirty="0">
                <a:latin typeface="NikoshBAN" pitchFamily="2" charset="0"/>
                <a:cs typeface="NikoshBAN" pitchFamily="2" charset="0"/>
              </a:rPr>
              <a:t>গ) ক্ত</a:t>
            </a:r>
            <a:r>
              <a:rPr lang="en-US" sz="44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400" dirty="0">
                <a:latin typeface="NikoshBAN" pitchFamily="2" charset="0"/>
                <a:cs typeface="NikoshBAN" pitchFamily="2" charset="0"/>
              </a:rPr>
            </a:br>
            <a:r>
              <a:rPr lang="bn-IN" sz="4400" dirty="0">
                <a:latin typeface="NikoshBAN" pitchFamily="2" charset="0"/>
                <a:cs typeface="NikoshBAN" pitchFamily="2" charset="0"/>
              </a:rPr>
              <a:t>ঘ) মা</a:t>
            </a:r>
            <a:endParaRPr lang="en-US" sz="44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১৮.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bn-IN" sz="3600" dirty="0">
                <a:latin typeface="NikoshBAN" pitchFamily="2" charset="0"/>
                <a:cs typeface="NikoshBAN" pitchFamily="2" charset="0"/>
              </a:rPr>
              <a:t>নিচের কোন কীটি ব্যবহার করে কার্সর পরবর্তী লাইনে নেওয়া হয়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?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ক)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Tab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খ)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Shift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গ)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Enter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ঘ)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Ctrl</a:t>
            </a: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000" b="1" dirty="0">
                <a:latin typeface="NikoshBAN" pitchFamily="2" charset="0"/>
                <a:cs typeface="NikoshBAN" pitchFamily="2" charset="0"/>
              </a:rPr>
              <a:t>১৯.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> Shift </a:t>
            </a:r>
            <a:r>
              <a:rPr lang="bn-IN" sz="4000" dirty="0">
                <a:latin typeface="NikoshBAN" pitchFamily="2" charset="0"/>
                <a:cs typeface="NikoshBAN" pitchFamily="2" charset="0"/>
              </a:rPr>
              <a:t>কী ব্যবহার করা হয়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>—</a:t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ক) কার্সর ঘোরাতে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খ) বড় হাতের অক্ষর লিখতে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গ) ফাইল ওপেন করতে</a:t>
            </a:r>
            <a:r>
              <a:rPr lang="en-US" sz="40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4000" dirty="0">
                <a:latin typeface="NikoshBAN" pitchFamily="2" charset="0"/>
                <a:cs typeface="NikoshBAN" pitchFamily="2" charset="0"/>
              </a:rPr>
            </a:br>
            <a:r>
              <a:rPr lang="bn-IN" sz="4000" dirty="0">
                <a:latin typeface="NikoshBAN" pitchFamily="2" charset="0"/>
                <a:cs typeface="NikoshBAN" pitchFamily="2" charset="0"/>
              </a:rPr>
              <a:t>ঘ) স্ক্রিনশট নিতে</a:t>
            </a:r>
            <a:endParaRPr lang="en-US" sz="40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5608093"/>
            <a:ext cx="5943600" cy="304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59436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সময়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143000"/>
            <a:ext cx="822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3600" b="1" dirty="0" smtClean="0">
                <a:latin typeface="NikoshBAN" pitchFamily="2" charset="0"/>
                <a:cs typeface="NikoshBAN" pitchFamily="2" charset="0"/>
              </a:rPr>
              <a:t>২০.</a:t>
            </a:r>
            <a:r>
              <a:rPr lang="bn-IN" sz="3600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bn-IN" sz="3600" dirty="0">
                <a:latin typeface="NikoshBAN" pitchFamily="2" charset="0"/>
                <a:cs typeface="NikoshBAN" pitchFamily="2" charset="0"/>
              </a:rPr>
              <a:t>বাংলা লেখার জন্য বিজয় লেআউটের বিকল্প কী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?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ক)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MS Excel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খ) অভ্র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/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গ)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PowerPoint</a:t>
            </a:r>
            <a:br>
              <a:rPr lang="en-US" sz="3600" dirty="0">
                <a:latin typeface="NikoshBAN" pitchFamily="2" charset="0"/>
                <a:cs typeface="NikoshBAN" pitchFamily="2" charset="0"/>
              </a:rPr>
            </a:br>
            <a:r>
              <a:rPr lang="bn-IN" sz="3600" dirty="0">
                <a:latin typeface="NikoshBAN" pitchFamily="2" charset="0"/>
                <a:cs typeface="NikoshBAN" pitchFamily="2" charset="0"/>
              </a:rPr>
              <a:t>ঘ) </a:t>
            </a:r>
            <a:r>
              <a:rPr lang="en-US" sz="3600" dirty="0">
                <a:latin typeface="NikoshBAN" pitchFamily="2" charset="0"/>
                <a:cs typeface="NikoshBAN" pitchFamily="2" charset="0"/>
              </a:rPr>
              <a:t>Paint</a:t>
            </a:r>
          </a:p>
        </p:txBody>
      </p:sp>
    </p:spTree>
    <p:extLst>
      <p:ext uri="{BB962C8B-B14F-4D97-AF65-F5344CB8AC3E}">
        <p14:creationId xmlns:p14="http://schemas.microsoft.com/office/powerpoint/2010/main" val="322636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0000"/>
    </mc:Choice>
    <mc:Fallback xmlns="">
      <p:transition spd="slow" advClick="0" advTm="6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67</TotalTime>
  <Words>197</Words>
  <Application>Microsoft Office PowerPoint</Application>
  <PresentationFormat>On-screen Show (4:3)</PresentationFormat>
  <Paragraphs>41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Horizon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24</cp:revision>
  <dcterms:created xsi:type="dcterms:W3CDTF">2006-08-16T00:00:00Z</dcterms:created>
  <dcterms:modified xsi:type="dcterms:W3CDTF">2025-08-14T04:58:20Z</dcterms:modified>
</cp:coreProperties>
</file>