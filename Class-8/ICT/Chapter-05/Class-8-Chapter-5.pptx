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8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447800"/>
            <a:ext cx="7543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4000" b="1" dirty="0"/>
              <a:t>১.</a:t>
            </a:r>
            <a:r>
              <a:rPr lang="bn-IN" sz="4000" dirty="0"/>
              <a:t> </a:t>
            </a:r>
            <a:r>
              <a:rPr lang="as-IN" sz="4000" dirty="0"/>
              <a:t>ইন্টারনেটকে বলা হয়—</a:t>
            </a:r>
            <a:br>
              <a:rPr lang="as-IN" sz="4000" dirty="0"/>
            </a:br>
            <a:r>
              <a:rPr lang="as-IN" sz="4000" dirty="0"/>
              <a:t>ক) কম্পিউটারের মা</a:t>
            </a:r>
            <a:br>
              <a:rPr lang="as-IN" sz="4000" dirty="0"/>
            </a:br>
            <a:r>
              <a:rPr lang="as-IN" sz="4000" dirty="0"/>
              <a:t>খ) কম্পিউটারের নেটওয়ার্ক</a:t>
            </a:r>
            <a:br>
              <a:rPr lang="as-IN" sz="4000" dirty="0"/>
            </a:br>
            <a:r>
              <a:rPr lang="as-IN" sz="4000" dirty="0"/>
              <a:t>গ) নেটওয়ার্কের নেটওয়ার্ক 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as-IN" sz="4000" dirty="0"/>
              <a:t>ঘ) ওয়েব পেজ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42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1219200"/>
            <a:ext cx="8610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২.</a:t>
            </a:r>
            <a:r>
              <a:rPr lang="bn-IN" sz="3600" dirty="0"/>
              <a:t> </a:t>
            </a:r>
            <a:r>
              <a:rPr lang="en-US" sz="3600" dirty="0"/>
              <a:t>WWW </a:t>
            </a:r>
            <a:r>
              <a:rPr lang="as-IN" sz="3600" dirty="0"/>
              <a:t>এর পূর্ণরূপ কী?</a:t>
            </a:r>
            <a:br>
              <a:rPr lang="as-IN" sz="3600" dirty="0"/>
            </a:br>
            <a:r>
              <a:rPr lang="as-IN" sz="3600" dirty="0"/>
              <a:t>ক) </a:t>
            </a:r>
            <a:r>
              <a:rPr lang="en-US" sz="3600" dirty="0"/>
              <a:t>Web Wide World </a:t>
            </a:r>
            <a:endParaRPr lang="en-US" sz="3600" dirty="0" smtClean="0"/>
          </a:p>
          <a:p>
            <a:r>
              <a:rPr lang="as-IN" sz="3600" dirty="0" smtClean="0"/>
              <a:t>খ</a:t>
            </a:r>
            <a:r>
              <a:rPr lang="as-IN" sz="3600" dirty="0"/>
              <a:t>) </a:t>
            </a:r>
            <a:r>
              <a:rPr lang="en-US" sz="3600" dirty="0"/>
              <a:t>Wide World Web</a:t>
            </a:r>
            <a:br>
              <a:rPr lang="en-US" sz="3600" dirty="0"/>
            </a:br>
            <a:r>
              <a:rPr lang="as-IN" sz="3600" dirty="0"/>
              <a:t>গ) </a:t>
            </a:r>
            <a:r>
              <a:rPr lang="en-US" sz="3600" dirty="0" smtClean="0"/>
              <a:t>World </a:t>
            </a:r>
            <a:r>
              <a:rPr lang="en-US" sz="3600" dirty="0"/>
              <a:t>Wide Web </a:t>
            </a:r>
            <a:br>
              <a:rPr lang="en-US" sz="3600" dirty="0"/>
            </a:br>
            <a:r>
              <a:rPr lang="as-IN" sz="3600" dirty="0"/>
              <a:t>ঘ) </a:t>
            </a:r>
            <a:r>
              <a:rPr lang="en-US" sz="3600" dirty="0"/>
              <a:t>World Web Wide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3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1833" y="1371600"/>
            <a:ext cx="8610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৩</a:t>
            </a:r>
            <a:r>
              <a:rPr lang="bn-IN" sz="3600" b="1" dirty="0" smtClean="0"/>
              <a:t>.</a:t>
            </a:r>
            <a:r>
              <a:rPr lang="bn-IN" sz="3600" dirty="0" smtClean="0"/>
              <a:t> </a:t>
            </a:r>
            <a:r>
              <a:rPr lang="as-IN" sz="3600" dirty="0"/>
              <a:t>ইমেইল কোন মাধ্যমে পাঠানো হয়?</a:t>
            </a:r>
            <a:br>
              <a:rPr lang="as-IN" sz="3600" dirty="0"/>
            </a:br>
            <a:r>
              <a:rPr lang="as-IN" sz="3600" dirty="0"/>
              <a:t>ক) ডাকযোগে</a:t>
            </a:r>
            <a:br>
              <a:rPr lang="as-IN" sz="3600" dirty="0"/>
            </a:br>
            <a:r>
              <a:rPr lang="as-IN" sz="3600" dirty="0"/>
              <a:t>খ) ইন্টারনেট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as-IN" sz="3600" dirty="0"/>
              <a:t>গ) মোবাইল টাওয়ার</a:t>
            </a:r>
            <a:br>
              <a:rPr lang="as-IN" sz="3600" dirty="0"/>
            </a:br>
            <a:r>
              <a:rPr lang="as-IN" sz="3600" dirty="0"/>
              <a:t>ঘ) রেডিও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114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1295400"/>
            <a:ext cx="86867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200" dirty="0" smtClean="0"/>
              <a:t>৪. </a:t>
            </a:r>
            <a:r>
              <a:rPr lang="as-IN" sz="3200" dirty="0"/>
              <a:t>সামাজিক যোগাযোগ মাধ্যমের মধ্যে কোনটি পড়ে?</a:t>
            </a:r>
            <a:br>
              <a:rPr lang="as-IN" sz="3200" dirty="0"/>
            </a:br>
            <a:r>
              <a:rPr lang="as-IN" sz="3200" dirty="0"/>
              <a:t>ক</a:t>
            </a:r>
            <a:r>
              <a:rPr lang="as-IN" sz="3200" dirty="0" smtClean="0"/>
              <a:t>)</a:t>
            </a:r>
            <a:r>
              <a:rPr lang="en-US" sz="3200" dirty="0" smtClean="0"/>
              <a:t> </a:t>
            </a:r>
            <a:r>
              <a:rPr lang="as-IN" sz="3200" dirty="0"/>
              <a:t>গুগল সার্চ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as-IN" sz="3200" dirty="0"/>
              <a:t>খ) উইকিপিডিয়া</a:t>
            </a:r>
            <a:br>
              <a:rPr lang="as-IN" sz="3200" dirty="0"/>
            </a:br>
            <a:r>
              <a:rPr lang="as-IN" sz="3200" dirty="0"/>
              <a:t>গ) </a:t>
            </a:r>
            <a:r>
              <a:rPr lang="as-IN" sz="3200" dirty="0" smtClean="0"/>
              <a:t>ফেসবুক </a:t>
            </a:r>
            <a:r>
              <a:rPr lang="as-IN" sz="3200" dirty="0"/>
              <a:t/>
            </a:r>
            <a:br>
              <a:rPr lang="as-IN" sz="3200" dirty="0"/>
            </a:br>
            <a:r>
              <a:rPr lang="as-IN" sz="3200" dirty="0"/>
              <a:t>ঘ) ওয়েব ব্রাউজার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421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7068" y="1371600"/>
            <a:ext cx="82269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n-IN" sz="2800" b="1" dirty="0"/>
              <a:t>৫</a:t>
            </a:r>
            <a:r>
              <a:rPr lang="bn-IN" sz="2800" b="1" dirty="0" smtClean="0"/>
              <a:t>.</a:t>
            </a:r>
            <a:r>
              <a:rPr lang="bn-IN" sz="2800" dirty="0" smtClean="0"/>
              <a:t> </a:t>
            </a:r>
            <a:r>
              <a:rPr lang="as-IN" sz="2800" dirty="0"/>
              <a:t>ইন্টারনেটে তথ্য খোঁজার জন্য কী ব্যবহার করা হয়?</a:t>
            </a:r>
            <a:br>
              <a:rPr lang="as-IN" sz="2800" dirty="0"/>
            </a:br>
            <a:r>
              <a:rPr lang="as-IN" sz="2800" dirty="0"/>
              <a:t>ক) সার্চ ইঞ্জিন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as-IN" sz="2800" dirty="0"/>
              <a:t>খ) ওয়েব ব্রাউজার</a:t>
            </a:r>
            <a:br>
              <a:rPr lang="as-IN" sz="2800" dirty="0"/>
            </a:br>
            <a:r>
              <a:rPr lang="as-IN" sz="2800" dirty="0"/>
              <a:t>গ) ই-মেইল</a:t>
            </a:r>
            <a:br>
              <a:rPr lang="as-IN" sz="2800" dirty="0"/>
            </a:br>
            <a:r>
              <a:rPr lang="as-IN" sz="2800" dirty="0"/>
              <a:t>ঘ) সফটওয়্যার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5844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/>
              <a:t>৬.</a:t>
            </a:r>
            <a:r>
              <a:rPr lang="bn-IN" sz="3600" dirty="0" smtClean="0"/>
              <a:t> </a:t>
            </a:r>
            <a:r>
              <a:rPr lang="en-US" sz="3600" dirty="0"/>
              <a:t>Virtual </a:t>
            </a:r>
            <a:r>
              <a:rPr lang="as-IN" sz="3600" dirty="0"/>
              <a:t>শব্দের অর্থ কী?</a:t>
            </a:r>
            <a:br>
              <a:rPr lang="as-IN" sz="3600" dirty="0"/>
            </a:br>
            <a:r>
              <a:rPr lang="as-IN" sz="3600" dirty="0"/>
              <a:t>ক</a:t>
            </a:r>
            <a:r>
              <a:rPr lang="as-IN" sz="3600" dirty="0" smtClean="0"/>
              <a:t>)</a:t>
            </a:r>
            <a:r>
              <a:rPr lang="en-US" sz="3600" dirty="0" smtClean="0"/>
              <a:t> </a:t>
            </a:r>
            <a:r>
              <a:rPr lang="as-IN" sz="3600" dirty="0"/>
              <a:t>কম্পিউটার হার্ডওয়্যার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as-IN" sz="3600" dirty="0"/>
              <a:t>খ) বাস্তব পরিবেশ</a:t>
            </a:r>
            <a:br>
              <a:rPr lang="as-IN" sz="3600" dirty="0"/>
            </a:br>
            <a:r>
              <a:rPr lang="as-IN" sz="3600" dirty="0"/>
              <a:t>গ) </a:t>
            </a:r>
            <a:r>
              <a:rPr lang="as-IN" sz="3600" dirty="0" smtClean="0"/>
              <a:t>কাল্পনিক/অবাস্তব </a:t>
            </a:r>
            <a:r>
              <a:rPr lang="as-IN" sz="3600" dirty="0"/>
              <a:t>পরিবেশ </a:t>
            </a:r>
            <a:br>
              <a:rPr lang="as-IN" sz="3600" dirty="0"/>
            </a:br>
            <a:r>
              <a:rPr lang="as-IN" sz="3600" dirty="0"/>
              <a:t>ঘ) ইন্টারনেট ব্রাউজার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332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8006" y="1143000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/>
              <a:t>৭</a:t>
            </a:r>
            <a:r>
              <a:rPr lang="bn-IN" sz="3600" b="1" dirty="0" smtClean="0"/>
              <a:t>.</a:t>
            </a:r>
            <a:r>
              <a:rPr lang="bn-IN" sz="3600" dirty="0" smtClean="0"/>
              <a:t> </a:t>
            </a:r>
            <a:r>
              <a:rPr lang="as-IN" sz="3600" dirty="0"/>
              <a:t>গুগল কোনটির উদাহরণ?</a:t>
            </a:r>
            <a:br>
              <a:rPr lang="as-IN" sz="3600" dirty="0"/>
            </a:br>
            <a:r>
              <a:rPr lang="as-IN" sz="3600" dirty="0"/>
              <a:t>ক) ব্রাউজার</a:t>
            </a:r>
            <a:br>
              <a:rPr lang="as-IN" sz="3600" dirty="0"/>
            </a:br>
            <a:r>
              <a:rPr lang="as-IN" sz="3600" dirty="0"/>
              <a:t>খ) সার্চ ইঞ্জিন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as-IN" sz="3600" dirty="0"/>
              <a:t>গ) সামাজিক মাধ্যম</a:t>
            </a:r>
            <a:br>
              <a:rPr lang="as-IN" sz="3600" dirty="0"/>
            </a:br>
            <a:r>
              <a:rPr lang="as-IN" sz="3600" dirty="0"/>
              <a:t>ঘ) ই-মেইল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8261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173707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/>
              <a:t>৮.</a:t>
            </a:r>
            <a:r>
              <a:rPr lang="bn-IN" sz="3600" dirty="0" smtClean="0"/>
              <a:t> </a:t>
            </a:r>
            <a:r>
              <a:rPr lang="as-IN" sz="3600" dirty="0"/>
              <a:t>ই-মেইল ব্যবহারের জন্য কী প্রয়োজন?</a:t>
            </a:r>
            <a:br>
              <a:rPr lang="as-IN" sz="3600" dirty="0"/>
            </a:br>
            <a:r>
              <a:rPr lang="as-IN" sz="3600" dirty="0"/>
              <a:t>ক) ফেসবুক একাউন্ট</a:t>
            </a:r>
            <a:br>
              <a:rPr lang="as-IN" sz="3600" dirty="0"/>
            </a:br>
            <a:r>
              <a:rPr lang="as-IN" sz="3600" dirty="0"/>
              <a:t>খ) ই-মেইল একাউন্ট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as-IN" sz="3600" dirty="0"/>
              <a:t>গ) ইউটিউব</a:t>
            </a:r>
            <a:br>
              <a:rPr lang="as-IN" sz="3600" dirty="0"/>
            </a:br>
            <a:r>
              <a:rPr lang="as-IN" sz="3600" dirty="0"/>
              <a:t>ঘ) গেমস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6891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142999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200" b="1" dirty="0" smtClean="0">
                <a:latin typeface="NikoshBAN" pitchFamily="2" charset="0"/>
                <a:cs typeface="NikoshBAN" pitchFamily="2" charset="0"/>
              </a:rPr>
              <a:t>৯. </a:t>
            </a:r>
            <a:r>
              <a:rPr lang="as-IN" sz="3200" dirty="0"/>
              <a:t>ইন্টারনেটের গতি কিসের উপর নির্ভর করে?</a:t>
            </a:r>
            <a:br>
              <a:rPr lang="as-IN" sz="3200" dirty="0"/>
            </a:br>
            <a:r>
              <a:rPr lang="as-IN" sz="3200" dirty="0"/>
              <a:t>ক</a:t>
            </a:r>
            <a:r>
              <a:rPr lang="as-IN" sz="3200" dirty="0" smtClean="0"/>
              <a:t>)</a:t>
            </a:r>
            <a:r>
              <a:rPr lang="en-US" sz="3200" dirty="0" smtClean="0"/>
              <a:t> </a:t>
            </a:r>
            <a:r>
              <a:rPr lang="as-IN" sz="3200" dirty="0"/>
              <a:t>স্ক্যানার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as-IN" sz="3200" dirty="0"/>
              <a:t>খ) প্রিন্টার</a:t>
            </a:r>
            <a:br>
              <a:rPr lang="as-IN" sz="3200" dirty="0"/>
            </a:br>
            <a:r>
              <a:rPr lang="as-IN" sz="3200" dirty="0"/>
              <a:t>গ) মাউস</a:t>
            </a:r>
            <a:br>
              <a:rPr lang="as-IN" sz="3200" dirty="0"/>
            </a:br>
            <a:r>
              <a:rPr lang="as-IN" sz="3200" dirty="0"/>
              <a:t>ঘ) </a:t>
            </a:r>
            <a:r>
              <a:rPr lang="as-IN" sz="3200" dirty="0" smtClean="0"/>
              <a:t>ব্যান্ডউইডথ </a:t>
            </a:r>
            <a:endParaRPr lang="en-US" sz="32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1139588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১০.</a:t>
            </a:r>
            <a:r>
              <a:rPr lang="bn-IN" sz="36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3600" dirty="0"/>
              <a:t>অনলাইনে বই পড়াকে কী বলে?</a:t>
            </a:r>
            <a:br>
              <a:rPr lang="as-IN" sz="3600" dirty="0"/>
            </a:br>
            <a:r>
              <a:rPr lang="as-IN" sz="3600" dirty="0"/>
              <a:t>ক) ই-লার্নিং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as-IN" sz="3600" dirty="0"/>
              <a:t>খ) </a:t>
            </a:r>
            <a:r>
              <a:rPr lang="as-IN" sz="3600" dirty="0" smtClean="0"/>
              <a:t>ই-বুক</a:t>
            </a:r>
            <a:r>
              <a:rPr lang="as-IN" sz="3600" dirty="0"/>
              <a:t/>
            </a:r>
            <a:br>
              <a:rPr lang="as-IN" sz="3600" dirty="0"/>
            </a:br>
            <a:r>
              <a:rPr lang="as-IN" sz="3600" dirty="0"/>
              <a:t>গ) ই-গভর্নেন্স</a:t>
            </a:r>
            <a:br>
              <a:rPr lang="as-IN" sz="3600" dirty="0"/>
            </a:br>
            <a:r>
              <a:rPr lang="as-IN" sz="3600" dirty="0"/>
              <a:t>ঘ) ব্লগ</a:t>
            </a:r>
            <a:endParaRPr lang="en-US" sz="36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000" b="1" dirty="0" smtClean="0">
                <a:latin typeface="NikoshBAN" pitchFamily="2" charset="0"/>
                <a:cs typeface="NikoshBAN" pitchFamily="2" charset="0"/>
              </a:rPr>
              <a:t>১১.</a:t>
            </a:r>
            <a:r>
              <a:rPr lang="bn-IN" sz="40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4000" dirty="0"/>
              <a:t>ব্লগ মূলত কী কাজে ব্যবহার হয়?</a:t>
            </a:r>
            <a:br>
              <a:rPr lang="as-IN" sz="4000" dirty="0"/>
            </a:br>
            <a:r>
              <a:rPr lang="as-IN" sz="4000" dirty="0"/>
              <a:t>ক) ভিডিও </a:t>
            </a:r>
            <a:r>
              <a:rPr lang="as-IN" sz="4000" dirty="0" smtClean="0"/>
              <a:t>শেয়ারিং</a:t>
            </a:r>
            <a:endParaRPr lang="en-US" sz="4000" dirty="0" smtClean="0"/>
          </a:p>
          <a:p>
            <a:r>
              <a:rPr lang="as-IN" sz="4000" dirty="0" smtClean="0"/>
              <a:t>খ</a:t>
            </a:r>
            <a:r>
              <a:rPr lang="as-IN" sz="4000" dirty="0"/>
              <a:t>) ব্যাংক লেনদেন</a:t>
            </a:r>
            <a:br>
              <a:rPr lang="as-IN" sz="4000" dirty="0"/>
            </a:br>
            <a:r>
              <a:rPr lang="as-IN" sz="4000" dirty="0"/>
              <a:t>গ) সামাজিক যোগাযোগ</a:t>
            </a:r>
            <a:br>
              <a:rPr lang="as-IN" sz="4000" dirty="0"/>
            </a:br>
            <a:r>
              <a:rPr lang="as-IN" sz="4000" dirty="0"/>
              <a:t>ঘ) </a:t>
            </a:r>
            <a:r>
              <a:rPr lang="as-IN" sz="4000" dirty="0" smtClean="0"/>
              <a:t>তথ্য </a:t>
            </a:r>
            <a:r>
              <a:rPr lang="as-IN" sz="4000" dirty="0"/>
              <a:t>ও মতামত প্রকাশ 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200" b="1" dirty="0" smtClean="0">
                <a:latin typeface="NikoshBAN" pitchFamily="2" charset="0"/>
                <a:cs typeface="NikoshBAN" pitchFamily="2" charset="0"/>
              </a:rPr>
              <a:t>১২.</a:t>
            </a:r>
            <a:r>
              <a:rPr lang="bn-IN" sz="32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3200" dirty="0"/>
              <a:t>ই-মেইল ব্যবহারের জন্য প্রথমে কী থাকতে হবে?</a:t>
            </a:r>
            <a:br>
              <a:rPr lang="as-IN" sz="3200" dirty="0"/>
            </a:br>
            <a:r>
              <a:rPr lang="as-IN" sz="3200" dirty="0"/>
              <a:t>ক) মোবাইল ফোন</a:t>
            </a:r>
            <a:br>
              <a:rPr lang="as-IN" sz="3200" dirty="0"/>
            </a:br>
            <a:r>
              <a:rPr lang="as-IN" sz="3200" dirty="0"/>
              <a:t>খ) ইন্টারনেট সংযোগ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as-IN" sz="3200" dirty="0"/>
              <a:t>গ) প্রিন্টার</a:t>
            </a:r>
            <a:br>
              <a:rPr lang="as-IN" sz="3200" dirty="0"/>
            </a:br>
            <a:r>
              <a:rPr lang="as-IN" sz="3200" dirty="0"/>
              <a:t>ঘ) প্রজেক্টর</a:t>
            </a:r>
            <a:endParaRPr lang="en-US" sz="32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200" b="1" dirty="0" smtClean="0">
                <a:latin typeface="NikoshBAN" pitchFamily="2" charset="0"/>
                <a:cs typeface="NikoshBAN" pitchFamily="2" charset="0"/>
              </a:rPr>
              <a:t>১৩.</a:t>
            </a:r>
            <a:r>
              <a:rPr lang="bn-IN" sz="32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3200" dirty="0"/>
              <a:t>ই-মেইল অ্যাকাউন্ট খোলার জন্য কী প্রয়োজন?</a:t>
            </a:r>
            <a:br>
              <a:rPr lang="as-IN" sz="3200" dirty="0"/>
            </a:br>
            <a:r>
              <a:rPr lang="as-IN" sz="3200" dirty="0"/>
              <a:t>ক</a:t>
            </a:r>
            <a:r>
              <a:rPr lang="as-IN" sz="3200" dirty="0" smtClean="0"/>
              <a:t>)</a:t>
            </a:r>
            <a:r>
              <a:rPr lang="en-US" sz="3200" dirty="0" smtClean="0"/>
              <a:t> </a:t>
            </a:r>
            <a:r>
              <a:rPr lang="as-IN" sz="3200" dirty="0"/>
              <a:t>শুধু ছবি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as-IN" sz="3200" dirty="0"/>
              <a:t>খ) শুধু মোবাইল</a:t>
            </a:r>
            <a:br>
              <a:rPr lang="as-IN" sz="3200" dirty="0"/>
            </a:br>
            <a:r>
              <a:rPr lang="as-IN" sz="3200" dirty="0"/>
              <a:t>গ) </a:t>
            </a:r>
            <a:r>
              <a:rPr lang="as-IN" sz="3200" dirty="0" smtClean="0"/>
              <a:t>নাম</a:t>
            </a:r>
            <a:r>
              <a:rPr lang="as-IN" sz="3200" dirty="0"/>
              <a:t>, পাসওয়ার্ড ও ব্যবহারকারীর তথ্য </a:t>
            </a:r>
            <a:br>
              <a:rPr lang="as-IN" sz="3200" dirty="0"/>
            </a:br>
            <a:r>
              <a:rPr lang="as-IN" sz="3200" dirty="0"/>
              <a:t>ঘ) শুধু ঠিকানা</a:t>
            </a:r>
            <a:endParaRPr lang="en-US" sz="32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১৪.</a:t>
            </a:r>
            <a:r>
              <a:rPr lang="bn-IN" sz="36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3600" dirty="0"/>
              <a:t>ই-মেইল সেবা প্রদানকারী কোনটি?</a:t>
            </a:r>
            <a:br>
              <a:rPr lang="as-IN" sz="3600" dirty="0"/>
            </a:br>
            <a:r>
              <a:rPr lang="as-IN" sz="3600" dirty="0"/>
              <a:t>ক) </a:t>
            </a:r>
            <a:r>
              <a:rPr lang="en-US" sz="3600" dirty="0"/>
              <a:t>Gmail </a:t>
            </a:r>
            <a:br>
              <a:rPr lang="en-US" sz="3600" dirty="0"/>
            </a:br>
            <a:r>
              <a:rPr lang="as-IN" sz="3600" dirty="0"/>
              <a:t>খ) </a:t>
            </a:r>
            <a:r>
              <a:rPr lang="en-US" sz="3600" dirty="0"/>
              <a:t>Facebook</a:t>
            </a:r>
            <a:br>
              <a:rPr lang="en-US" sz="3600" dirty="0"/>
            </a:br>
            <a:r>
              <a:rPr lang="as-IN" sz="3600" dirty="0"/>
              <a:t>গ) </a:t>
            </a:r>
            <a:r>
              <a:rPr lang="en-US" sz="3600" dirty="0"/>
              <a:t>Wikipedia</a:t>
            </a:r>
            <a:br>
              <a:rPr lang="en-US" sz="3600" dirty="0"/>
            </a:br>
            <a:r>
              <a:rPr lang="as-IN" sz="3600" dirty="0"/>
              <a:t>ঘ) </a:t>
            </a:r>
            <a:r>
              <a:rPr lang="en-US" sz="3600" dirty="0"/>
              <a:t>YouTube</a:t>
            </a:r>
            <a:endParaRPr lang="en-US" sz="36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200" b="1" dirty="0" smtClean="0">
                <a:latin typeface="NikoshBAN" pitchFamily="2" charset="0"/>
                <a:cs typeface="NikoshBAN" pitchFamily="2" charset="0"/>
              </a:rPr>
              <a:t>১৫.</a:t>
            </a:r>
            <a:r>
              <a:rPr lang="bn-IN" sz="32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3200" dirty="0"/>
              <a:t>একটি বৈধ ই-মেইল ঠিকানায় কী থাকে?</a:t>
            </a:r>
            <a:br>
              <a:rPr lang="as-IN" sz="3200" dirty="0"/>
            </a:br>
            <a:r>
              <a:rPr lang="as-IN" sz="3200" dirty="0"/>
              <a:t>ক) নাম @</a:t>
            </a:r>
            <a:r>
              <a:rPr lang="as-IN" sz="3200" dirty="0" smtClean="0"/>
              <a:t> </a:t>
            </a:r>
            <a:r>
              <a:rPr lang="as-IN" sz="3200" dirty="0"/>
              <a:t>তারিখ</a:t>
            </a:r>
            <a:br>
              <a:rPr lang="as-IN" sz="3200" dirty="0"/>
            </a:br>
            <a:r>
              <a:rPr lang="as-IN" sz="3200" dirty="0"/>
              <a:t>খ) ব্যবহারকারী </a:t>
            </a:r>
            <a:r>
              <a:rPr lang="as-IN" sz="3200" dirty="0" smtClean="0"/>
              <a:t>নাম@ ডোমেইন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as-IN" sz="3200" dirty="0"/>
              <a:t>গ) শুধু সংখ্যা</a:t>
            </a:r>
            <a:br>
              <a:rPr lang="as-IN" sz="3200" dirty="0"/>
            </a:br>
            <a:r>
              <a:rPr lang="as-IN" sz="3200" dirty="0"/>
              <a:t>ঘ) শুধু মোবাইল নাম্বার</a:t>
            </a:r>
            <a:endParaRPr lang="en-US" sz="32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200" b="1" dirty="0" smtClean="0">
                <a:latin typeface="NikoshBAN" pitchFamily="2" charset="0"/>
                <a:cs typeface="NikoshBAN" pitchFamily="2" charset="0"/>
              </a:rPr>
              <a:t>১৬.</a:t>
            </a:r>
            <a:r>
              <a:rPr lang="bn-IN" sz="32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3200" dirty="0"/>
              <a:t>Gmail </a:t>
            </a:r>
            <a:r>
              <a:rPr lang="as-IN" sz="3200" dirty="0"/>
              <a:t>একাউন্ট খোলার জন্য কোন ওয়েবসাইটে যেতে হয়?</a:t>
            </a:r>
            <a:br>
              <a:rPr lang="as-IN" sz="3200" dirty="0"/>
            </a:br>
            <a:r>
              <a:rPr lang="as-IN" sz="3200" dirty="0"/>
              <a:t>ক) </a:t>
            </a:r>
            <a:r>
              <a:rPr lang="en-US" sz="3200" dirty="0"/>
              <a:t>www.gmail.com </a:t>
            </a:r>
            <a:br>
              <a:rPr lang="en-US" sz="3200" dirty="0"/>
            </a:br>
            <a:r>
              <a:rPr lang="as-IN" sz="3200" dirty="0"/>
              <a:t>খ) </a:t>
            </a:r>
            <a:r>
              <a:rPr lang="en-US" sz="3200" dirty="0"/>
              <a:t>www.facebook.com</a:t>
            </a:r>
            <a:br>
              <a:rPr lang="en-US" sz="3200" dirty="0"/>
            </a:br>
            <a:r>
              <a:rPr lang="as-IN" sz="3200" dirty="0"/>
              <a:t>গ) </a:t>
            </a:r>
            <a:r>
              <a:rPr lang="en-US" sz="3200" dirty="0"/>
              <a:t>www.youtube.com</a:t>
            </a:r>
            <a:br>
              <a:rPr lang="en-US" sz="3200" dirty="0"/>
            </a:br>
            <a:r>
              <a:rPr lang="as-IN" sz="3200" dirty="0"/>
              <a:t>ঘ) </a:t>
            </a:r>
            <a:r>
              <a:rPr lang="en-US" sz="3200" dirty="0"/>
              <a:t>www.yahoo.com</a:t>
            </a:r>
            <a:endParaRPr lang="en-US" sz="32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400" b="1" dirty="0" smtClean="0">
                <a:latin typeface="NikoshBAN" pitchFamily="2" charset="0"/>
                <a:cs typeface="NikoshBAN" pitchFamily="2" charset="0"/>
              </a:rPr>
              <a:t>১৭.</a:t>
            </a:r>
            <a:r>
              <a:rPr lang="bn-IN" sz="44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4400" dirty="0"/>
              <a:t>GPS </a:t>
            </a:r>
            <a:r>
              <a:rPr lang="as-IN" sz="4400" dirty="0"/>
              <a:t>এর পূর্ণরূপ কী?</a:t>
            </a:r>
            <a:br>
              <a:rPr lang="as-IN" sz="4400" dirty="0"/>
            </a:br>
            <a:r>
              <a:rPr lang="as-IN" sz="4400" dirty="0"/>
              <a:t>ক</a:t>
            </a:r>
            <a:r>
              <a:rPr lang="as-IN" sz="4400" dirty="0" smtClean="0"/>
              <a:t>)</a:t>
            </a:r>
            <a:r>
              <a:rPr lang="en-US" sz="4400" dirty="0"/>
              <a:t> Global Personal System </a:t>
            </a:r>
            <a:br>
              <a:rPr lang="en-US" sz="4400" dirty="0"/>
            </a:br>
            <a:r>
              <a:rPr lang="as-IN" sz="4400" dirty="0"/>
              <a:t>খ) </a:t>
            </a:r>
            <a:r>
              <a:rPr lang="en-US" sz="4400" dirty="0"/>
              <a:t>General Positioning Software</a:t>
            </a:r>
            <a:br>
              <a:rPr lang="en-US" sz="4400" dirty="0"/>
            </a:br>
            <a:r>
              <a:rPr lang="as-IN" sz="4400" dirty="0"/>
              <a:t>গ) </a:t>
            </a:r>
            <a:r>
              <a:rPr lang="en-US" sz="4400" dirty="0" smtClean="0"/>
              <a:t>Global </a:t>
            </a:r>
            <a:r>
              <a:rPr lang="en-US" sz="4400" dirty="0"/>
              <a:t>Positioning System </a:t>
            </a:r>
            <a:br>
              <a:rPr lang="en-US" sz="4400" dirty="0"/>
            </a:br>
            <a:r>
              <a:rPr lang="as-IN" sz="4400" dirty="0"/>
              <a:t>ঘ) </a:t>
            </a:r>
            <a:r>
              <a:rPr lang="en-US" sz="4400" dirty="0"/>
              <a:t>Great Position System</a:t>
            </a:r>
            <a:endParaRPr lang="en-US" sz="44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686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১৮.</a:t>
            </a:r>
            <a:r>
              <a:rPr lang="bn-IN" sz="36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3600" dirty="0"/>
              <a:t>E-Book </a:t>
            </a:r>
            <a:r>
              <a:rPr lang="as-IN" sz="3600" dirty="0"/>
              <a:t>মূলত কাকে প্রতিস্থাপন করেছে?</a:t>
            </a:r>
            <a:br>
              <a:rPr lang="as-IN" sz="3600" dirty="0"/>
            </a:br>
            <a:r>
              <a:rPr lang="as-IN" sz="3600" dirty="0"/>
              <a:t>ক) মুদ্রিত বই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as-IN" sz="3600" dirty="0"/>
              <a:t>খ) টিভি</a:t>
            </a:r>
            <a:br>
              <a:rPr lang="as-IN" sz="3600" dirty="0"/>
            </a:br>
            <a:r>
              <a:rPr lang="as-IN" sz="3600" dirty="0"/>
              <a:t>গ) ভিডিও গেমস</a:t>
            </a:r>
            <a:br>
              <a:rPr lang="as-IN" sz="3600" dirty="0"/>
            </a:br>
            <a:r>
              <a:rPr lang="as-IN" sz="3600" dirty="0"/>
              <a:t>ঘ) ক্যামেরা</a:t>
            </a:r>
            <a:endParaRPr lang="en-US" sz="36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000" b="1" dirty="0">
                <a:latin typeface="NikoshBAN" pitchFamily="2" charset="0"/>
                <a:cs typeface="NikoshBAN" pitchFamily="2" charset="0"/>
              </a:rPr>
              <a:t>১৯.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4000" dirty="0"/>
              <a:t>বেশি ব্যান্ডউইডথ মানে কী?</a:t>
            </a:r>
            <a:br>
              <a:rPr lang="as-IN" sz="4000" dirty="0"/>
            </a:br>
            <a:r>
              <a:rPr lang="as-IN" sz="4000" dirty="0"/>
              <a:t>ক</a:t>
            </a:r>
            <a:r>
              <a:rPr lang="as-IN" sz="4000" dirty="0" smtClean="0"/>
              <a:t>)</a:t>
            </a:r>
            <a:r>
              <a:rPr lang="en-US" sz="4000" dirty="0" smtClean="0"/>
              <a:t> </a:t>
            </a:r>
            <a:r>
              <a:rPr lang="as-IN" sz="4000" dirty="0"/>
              <a:t>ধীরে স্থানান্তর 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as-IN" sz="4000" dirty="0"/>
              <a:t>খ) </a:t>
            </a:r>
            <a:r>
              <a:rPr lang="as-IN" sz="4000" dirty="0" smtClean="0"/>
              <a:t>ডেটা </a:t>
            </a:r>
            <a:r>
              <a:rPr lang="as-IN" sz="4000" dirty="0"/>
              <a:t>দ্রুত স্থানান্তর </a:t>
            </a:r>
            <a:br>
              <a:rPr lang="as-IN" sz="4000" dirty="0"/>
            </a:br>
            <a:r>
              <a:rPr lang="as-IN" sz="4000" dirty="0"/>
              <a:t>গ) মেমোরি কম</a:t>
            </a:r>
            <a:br>
              <a:rPr lang="as-IN" sz="4000" dirty="0"/>
            </a:br>
            <a:r>
              <a:rPr lang="as-IN" sz="4000" dirty="0"/>
              <a:t>ঘ) ফাইল নষ্ট</a:t>
            </a:r>
            <a:endParaRPr lang="en-US" sz="40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২০.</a:t>
            </a:r>
            <a:r>
              <a:rPr lang="bn-IN" sz="36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3600" dirty="0"/>
              <a:t>GPS </a:t>
            </a:r>
            <a:r>
              <a:rPr lang="as-IN" sz="3600" dirty="0"/>
              <a:t>মূলত কী কাজে ব্যবহৃত হয়?</a:t>
            </a:r>
            <a:br>
              <a:rPr lang="as-IN" sz="3600" dirty="0"/>
            </a:br>
            <a:r>
              <a:rPr lang="as-IN" sz="3600" dirty="0"/>
              <a:t>ক) অবস্থান নির্ণয়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as-IN" sz="3600" dirty="0"/>
              <a:t>খ) ইন্টারনেট ব্রাউজ</a:t>
            </a:r>
            <a:br>
              <a:rPr lang="as-IN" sz="3600" dirty="0"/>
            </a:br>
            <a:r>
              <a:rPr lang="as-IN" sz="3600" dirty="0"/>
              <a:t>গ) মেইল পাঠানো</a:t>
            </a:r>
            <a:br>
              <a:rPr lang="as-IN" sz="3600" dirty="0"/>
            </a:br>
            <a:r>
              <a:rPr lang="as-IN" sz="3600" dirty="0"/>
              <a:t>ঘ) গেম খেলা</a:t>
            </a:r>
            <a:endParaRPr lang="en-US" sz="36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98</TotalTime>
  <Words>185</Words>
  <Application>Microsoft Office PowerPoint</Application>
  <PresentationFormat>On-screen Show (4:3)</PresentationFormat>
  <Paragraphs>42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Horizon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42</cp:revision>
  <dcterms:created xsi:type="dcterms:W3CDTF">2006-08-16T00:00:00Z</dcterms:created>
  <dcterms:modified xsi:type="dcterms:W3CDTF">2025-08-18T07:58:21Z</dcterms:modified>
</cp:coreProperties>
</file>